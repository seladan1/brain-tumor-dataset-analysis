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735" r:id="rId1"/>
  </p:sldMasterIdLst>
  <p:sldIdLst>
    <p:sldId id="256" r:id="rId2"/>
    <p:sldId id="264" r:id="rId3"/>
    <p:sldId id="279" r:id="rId4"/>
    <p:sldId id="262" r:id="rId5"/>
    <p:sldId id="278" r:id="rId6"/>
    <p:sldId id="257" r:id="rId7"/>
    <p:sldId id="280" r:id="rId8"/>
    <p:sldId id="276" r:id="rId9"/>
    <p:sldId id="275" r:id="rId10"/>
    <p:sldId id="259" r:id="rId11"/>
    <p:sldId id="277" r:id="rId12"/>
    <p:sldId id="267" r:id="rId13"/>
    <p:sldId id="260" r:id="rId14"/>
    <p:sldId id="268" r:id="rId15"/>
    <p:sldId id="265" r:id="rId16"/>
    <p:sldId id="261" r:id="rId17"/>
    <p:sldId id="266" r:id="rId18"/>
    <p:sldId id="272" r:id="rId19"/>
    <p:sldId id="270" r:id="rId20"/>
    <p:sldId id="269" r:id="rId21"/>
    <p:sldId id="271" r:id="rId22"/>
    <p:sldId id="273" r:id="rId23"/>
    <p:sldId id="263" r:id="rId24"/>
    <p:sldId id="274" r:id="rId25"/>
    <p:sldId id="258" r:id="rId26"/>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06DAC8-D2F8-4980-BDA9-8709FB366876}" v="340" dt="2026-01-19T11:21:14.4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333" autoAdjust="0"/>
    <p:restoredTop sz="94660"/>
  </p:normalViewPr>
  <p:slideViewPr>
    <p:cSldViewPr snapToGrid="0">
      <p:cViewPr varScale="1">
        <p:scale>
          <a:sx n="87" d="100"/>
          <a:sy n="87" d="100"/>
        </p:scale>
        <p:origin x="38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ri chavay" userId="5dd12e99b5e698f7" providerId="LiveId" clId="{205375D9-E7DA-469F-BB61-F0B5F08C2B2A}"/>
    <pc:docChg chg="undo redo custSel addSld delSld modSld sldOrd addMainMaster delMainMaster modMainMaster">
      <pc:chgData name="miri chavay" userId="5dd12e99b5e698f7" providerId="LiveId" clId="{205375D9-E7DA-469F-BB61-F0B5F08C2B2A}" dt="2026-01-19T11:24:04.353" v="4202" actId="2710"/>
      <pc:docMkLst>
        <pc:docMk/>
      </pc:docMkLst>
      <pc:sldChg chg="addSp delSp modSp new mod setBg modClrScheme chgLayout">
        <pc:chgData name="miri chavay" userId="5dd12e99b5e698f7" providerId="LiveId" clId="{205375D9-E7DA-469F-BB61-F0B5F08C2B2A}" dt="2026-01-07T15:27:06.714" v="374" actId="20577"/>
        <pc:sldMkLst>
          <pc:docMk/>
          <pc:sldMk cId="2678832942" sldId="256"/>
        </pc:sldMkLst>
        <pc:spChg chg="mod">
          <ac:chgData name="miri chavay" userId="5dd12e99b5e698f7" providerId="LiveId" clId="{205375D9-E7DA-469F-BB61-F0B5F08C2B2A}" dt="2026-01-07T15:27:06.714" v="374" actId="20577"/>
          <ac:spMkLst>
            <pc:docMk/>
            <pc:sldMk cId="2678832942" sldId="256"/>
            <ac:spMk id="3" creationId="{7BE62C1B-6247-4983-0975-F6F3182DB185}"/>
          </ac:spMkLst>
        </pc:spChg>
        <pc:spChg chg="add mod">
          <ac:chgData name="miri chavay" userId="5dd12e99b5e698f7" providerId="LiveId" clId="{205375D9-E7DA-469F-BB61-F0B5F08C2B2A}" dt="2026-01-03T15:59:57.275" v="216" actId="1076"/>
          <ac:spMkLst>
            <pc:docMk/>
            <pc:sldMk cId="2678832942" sldId="256"/>
            <ac:spMk id="5" creationId="{887A74AF-5CE0-CC8F-A79E-31DB97F6A939}"/>
          </ac:spMkLst>
        </pc:spChg>
        <pc:spChg chg="add">
          <ac:chgData name="miri chavay" userId="5dd12e99b5e698f7" providerId="LiveId" clId="{205375D9-E7DA-469F-BB61-F0B5F08C2B2A}" dt="2026-01-01T14:55:54.600" v="3" actId="26606"/>
          <ac:spMkLst>
            <pc:docMk/>
            <pc:sldMk cId="2678832942" sldId="256"/>
            <ac:spMk id="16" creationId="{BC88933B-CFB2-4662-9CA9-2C1E08385BA5}"/>
          </ac:spMkLst>
        </pc:spChg>
        <pc:spChg chg="add">
          <ac:chgData name="miri chavay" userId="5dd12e99b5e698f7" providerId="LiveId" clId="{205375D9-E7DA-469F-BB61-F0B5F08C2B2A}" dt="2026-01-01T14:55:54.600" v="3" actId="26606"/>
          <ac:spMkLst>
            <pc:docMk/>
            <pc:sldMk cId="2678832942" sldId="256"/>
            <ac:spMk id="17" creationId="{F909EEE1-52DB-4A86-AFCE-CCE9041848D1}"/>
          </ac:spMkLst>
        </pc:spChg>
        <pc:picChg chg="add mod ord">
          <ac:chgData name="miri chavay" userId="5dd12e99b5e698f7" providerId="LiveId" clId="{205375D9-E7DA-469F-BB61-F0B5F08C2B2A}" dt="2026-01-03T15:11:38.749" v="176" actId="1076"/>
          <ac:picMkLst>
            <pc:docMk/>
            <pc:sldMk cId="2678832942" sldId="256"/>
            <ac:picMk id="1028" creationId="{481B2023-D887-E1F7-F3B1-D778E71A976B}"/>
          </ac:picMkLst>
        </pc:picChg>
        <pc:cxnChg chg="add">
          <ac:chgData name="miri chavay" userId="5dd12e99b5e698f7" providerId="LiveId" clId="{205375D9-E7DA-469F-BB61-F0B5F08C2B2A}" dt="2026-01-01T14:55:54.600" v="3" actId="26606"/>
          <ac:cxnSpMkLst>
            <pc:docMk/>
            <pc:sldMk cId="2678832942" sldId="256"/>
            <ac:cxnSpMk id="15" creationId="{CBD85EF3-E980-4EF9-BF91-C0540D302A95}"/>
          </ac:cxnSpMkLst>
        </pc:cxnChg>
        <pc:cxnChg chg="add">
          <ac:chgData name="miri chavay" userId="5dd12e99b5e698f7" providerId="LiveId" clId="{205375D9-E7DA-469F-BB61-F0B5F08C2B2A}" dt="2026-01-01T14:55:54.600" v="3" actId="26606"/>
          <ac:cxnSpMkLst>
            <pc:docMk/>
            <pc:sldMk cId="2678832942" sldId="256"/>
            <ac:cxnSpMk id="19" creationId="{326FE4BA-3BD1-4AB3-A3EB-39FF16D96403}"/>
          </ac:cxnSpMkLst>
        </pc:cxnChg>
      </pc:sldChg>
      <pc:sldChg chg="addSp delSp modSp new mod setBg">
        <pc:chgData name="miri chavay" userId="5dd12e99b5e698f7" providerId="LiveId" clId="{205375D9-E7DA-469F-BB61-F0B5F08C2B2A}" dt="2026-01-19T11:19:21.268" v="4167" actId="1076"/>
        <pc:sldMkLst>
          <pc:docMk/>
          <pc:sldMk cId="689710512" sldId="257"/>
        </pc:sldMkLst>
        <pc:spChg chg="mod">
          <ac:chgData name="miri chavay" userId="5dd12e99b5e698f7" providerId="LiveId" clId="{205375D9-E7DA-469F-BB61-F0B5F08C2B2A}" dt="2026-01-10T16:06:21.106" v="429" actId="26606"/>
          <ac:spMkLst>
            <pc:docMk/>
            <pc:sldMk cId="689710512" sldId="257"/>
            <ac:spMk id="2" creationId="{FAC2AD04-EF98-8B61-F12B-E1F6CB701B97}"/>
          </ac:spMkLst>
        </pc:spChg>
        <pc:spChg chg="add del mod">
          <ac:chgData name="miri chavay" userId="5dd12e99b5e698f7" providerId="LiveId" clId="{205375D9-E7DA-469F-BB61-F0B5F08C2B2A}" dt="2026-01-19T11:19:04.916" v="4165" actId="478"/>
          <ac:spMkLst>
            <pc:docMk/>
            <pc:sldMk cId="689710512" sldId="257"/>
            <ac:spMk id="3" creationId="{E34137DA-4E19-E7EB-4716-E9C4BC7DE69C}"/>
          </ac:spMkLst>
        </pc:spChg>
        <pc:spChg chg="add">
          <ac:chgData name="miri chavay" userId="5dd12e99b5e698f7" providerId="LiveId" clId="{205375D9-E7DA-469F-BB61-F0B5F08C2B2A}" dt="2026-01-10T16:06:21.106" v="429" actId="26606"/>
          <ac:spMkLst>
            <pc:docMk/>
            <pc:sldMk cId="689710512" sldId="257"/>
            <ac:spMk id="124" creationId="{81775E6C-9FE7-4AE4-ABE7-2568D95DEAE0}"/>
          </ac:spMkLst>
        </pc:spChg>
        <pc:spChg chg="add">
          <ac:chgData name="miri chavay" userId="5dd12e99b5e698f7" providerId="LiveId" clId="{205375D9-E7DA-469F-BB61-F0B5F08C2B2A}" dt="2026-01-10T16:06:21.106" v="429" actId="26606"/>
          <ac:spMkLst>
            <pc:docMk/>
            <pc:sldMk cId="689710512" sldId="257"/>
            <ac:spMk id="125" creationId="{6F1D8699-067D-4768-9F87-3E302B3797BC}"/>
          </ac:spMkLst>
        </pc:spChg>
        <pc:spChg chg="add mod">
          <ac:chgData name="miri chavay" userId="5dd12e99b5e698f7" providerId="LiveId" clId="{205375D9-E7DA-469F-BB61-F0B5F08C2B2A}" dt="2026-01-19T11:19:21.268" v="4167" actId="1076"/>
          <ac:spMkLst>
            <pc:docMk/>
            <pc:sldMk cId="689710512" sldId="257"/>
            <ac:spMk id="132" creationId="{F877052A-3BE9-870F-A052-DE82F8765FC1}"/>
          </ac:spMkLst>
        </pc:spChg>
        <pc:cxnChg chg="add">
          <ac:chgData name="miri chavay" userId="5dd12e99b5e698f7" providerId="LiveId" clId="{205375D9-E7DA-469F-BB61-F0B5F08C2B2A}" dt="2026-01-10T16:06:21.106" v="429" actId="26606"/>
          <ac:cxnSpMkLst>
            <pc:docMk/>
            <pc:sldMk cId="689710512" sldId="257"/>
            <ac:cxnSpMk id="118" creationId="{DC1E3AB1-2A8C-4607-9FAE-D8BDB280FE1A}"/>
          </ac:cxnSpMkLst>
        </pc:cxnChg>
        <pc:cxnChg chg="add">
          <ac:chgData name="miri chavay" userId="5dd12e99b5e698f7" providerId="LiveId" clId="{205375D9-E7DA-469F-BB61-F0B5F08C2B2A}" dt="2026-01-10T16:06:21.106" v="429" actId="26606"/>
          <ac:cxnSpMkLst>
            <pc:docMk/>
            <pc:sldMk cId="689710512" sldId="257"/>
            <ac:cxnSpMk id="120" creationId="{A515E2ED-7EA9-448D-83FA-54C3DF9723BD}"/>
          </ac:cxnSpMkLst>
        </pc:cxnChg>
        <pc:cxnChg chg="add">
          <ac:chgData name="miri chavay" userId="5dd12e99b5e698f7" providerId="LiveId" clId="{205375D9-E7DA-469F-BB61-F0B5F08C2B2A}" dt="2026-01-10T16:06:21.106" v="429" actId="26606"/>
          <ac:cxnSpMkLst>
            <pc:docMk/>
            <pc:sldMk cId="689710512" sldId="257"/>
            <ac:cxnSpMk id="122" creationId="{28CD9F06-9628-469C-B788-A894E3E08281}"/>
          </ac:cxnSpMkLst>
        </pc:cxnChg>
        <pc:cxnChg chg="add">
          <ac:chgData name="miri chavay" userId="5dd12e99b5e698f7" providerId="LiveId" clId="{205375D9-E7DA-469F-BB61-F0B5F08C2B2A}" dt="2026-01-10T16:06:21.106" v="429" actId="26606"/>
          <ac:cxnSpMkLst>
            <pc:docMk/>
            <pc:sldMk cId="689710512" sldId="257"/>
            <ac:cxnSpMk id="129" creationId="{C5950BAB-F521-4A52-A263-D105789771E6}"/>
          </ac:cxnSpMkLst>
        </pc:cxnChg>
        <pc:cxnChg chg="add">
          <ac:chgData name="miri chavay" userId="5dd12e99b5e698f7" providerId="LiveId" clId="{205375D9-E7DA-469F-BB61-F0B5F08C2B2A}" dt="2026-01-10T16:06:21.106" v="429" actId="26606"/>
          <ac:cxnSpMkLst>
            <pc:docMk/>
            <pc:sldMk cId="689710512" sldId="257"/>
            <ac:cxnSpMk id="130" creationId="{B3087726-EFA7-48B6-8527-80902BB5587C}"/>
          </ac:cxnSpMkLst>
        </pc:cxnChg>
      </pc:sldChg>
      <pc:sldChg chg="addSp delSp modSp add mod ord">
        <pc:chgData name="miri chavay" userId="5dd12e99b5e698f7" providerId="LiveId" clId="{205375D9-E7DA-469F-BB61-F0B5F08C2B2A}" dt="2026-01-12T09:55:35.888" v="2696" actId="1038"/>
        <pc:sldMkLst>
          <pc:docMk/>
          <pc:sldMk cId="4181116045" sldId="258"/>
        </pc:sldMkLst>
        <pc:spChg chg="add mod">
          <ac:chgData name="miri chavay" userId="5dd12e99b5e698f7" providerId="LiveId" clId="{205375D9-E7DA-469F-BB61-F0B5F08C2B2A}" dt="2026-01-12T09:55:35.888" v="2696" actId="1038"/>
          <ac:spMkLst>
            <pc:docMk/>
            <pc:sldMk cId="4181116045" sldId="258"/>
            <ac:spMk id="2" creationId="{80510660-25E0-1BFD-1947-97458CBED908}"/>
          </ac:spMkLst>
        </pc:spChg>
        <pc:picChg chg="mod">
          <ac:chgData name="miri chavay" userId="5dd12e99b5e698f7" providerId="LiveId" clId="{205375D9-E7DA-469F-BB61-F0B5F08C2B2A}" dt="2026-01-03T15:09:19.834" v="163" actId="1076"/>
          <ac:picMkLst>
            <pc:docMk/>
            <pc:sldMk cId="4181116045" sldId="258"/>
            <ac:picMk id="1028" creationId="{6E258C2B-BDB3-A42E-141A-1584691939B8}"/>
          </ac:picMkLst>
        </pc:picChg>
      </pc:sldChg>
      <pc:sldChg chg="addSp delSp modSp new mod ord modMedia setBg delAnim">
        <pc:chgData name="miri chavay" userId="5dd12e99b5e698f7" providerId="LiveId" clId="{205375D9-E7DA-469F-BB61-F0B5F08C2B2A}" dt="2026-01-14T13:34:07.015" v="3637" actId="255"/>
        <pc:sldMkLst>
          <pc:docMk/>
          <pc:sldMk cId="783074269" sldId="259"/>
        </pc:sldMkLst>
        <pc:spChg chg="mod">
          <ac:chgData name="miri chavay" userId="5dd12e99b5e698f7" providerId="LiveId" clId="{205375D9-E7DA-469F-BB61-F0B5F08C2B2A}" dt="2026-01-14T13:34:07.015" v="3637" actId="255"/>
          <ac:spMkLst>
            <pc:docMk/>
            <pc:sldMk cId="783074269" sldId="259"/>
            <ac:spMk id="2" creationId="{F486BD37-BC41-B595-F63A-F2388F4CAA16}"/>
          </ac:spMkLst>
        </pc:spChg>
        <pc:spChg chg="add">
          <ac:chgData name="miri chavay" userId="5dd12e99b5e698f7" providerId="LiveId" clId="{205375D9-E7DA-469F-BB61-F0B5F08C2B2A}" dt="2026-01-10T17:17:26.646" v="742" actId="26606"/>
          <ac:spMkLst>
            <pc:docMk/>
            <pc:sldMk cId="783074269" sldId="259"/>
            <ac:spMk id="22" creationId="{2096EABF-579F-4307-8952-04905085F4C9}"/>
          </ac:spMkLst>
        </pc:spChg>
        <pc:spChg chg="add">
          <ac:chgData name="miri chavay" userId="5dd12e99b5e698f7" providerId="LiveId" clId="{205375D9-E7DA-469F-BB61-F0B5F08C2B2A}" dt="2026-01-10T17:17:26.646" v="742" actId="26606"/>
          <ac:spMkLst>
            <pc:docMk/>
            <pc:sldMk cId="783074269" sldId="259"/>
            <ac:spMk id="24" creationId="{233D9D3E-2FB8-42AA-B5E5-1EAB4DA92074}"/>
          </ac:spMkLst>
        </pc:spChg>
        <pc:picChg chg="add mod">
          <ac:chgData name="miri chavay" userId="5dd12e99b5e698f7" providerId="LiveId" clId="{205375D9-E7DA-469F-BB61-F0B5F08C2B2A}" dt="2026-01-11T17:34:15.274" v="1680" actId="1076"/>
          <ac:picMkLst>
            <pc:docMk/>
            <pc:sldMk cId="783074269" sldId="259"/>
            <ac:picMk id="5" creationId="{50BCC6A5-9EDE-2368-B83B-C9E33BAE96B8}"/>
          </ac:picMkLst>
        </pc:picChg>
        <pc:cxnChg chg="add">
          <ac:chgData name="miri chavay" userId="5dd12e99b5e698f7" providerId="LiveId" clId="{205375D9-E7DA-469F-BB61-F0B5F08C2B2A}" dt="2026-01-10T17:17:26.646" v="742" actId="26606"/>
          <ac:cxnSpMkLst>
            <pc:docMk/>
            <pc:sldMk cId="783074269" sldId="259"/>
            <ac:cxnSpMk id="8" creationId="{4436E0F2-A64B-471E-93C0-8DFE08CC57C8}"/>
          </ac:cxnSpMkLst>
        </pc:cxnChg>
        <pc:cxnChg chg="add">
          <ac:chgData name="miri chavay" userId="5dd12e99b5e698f7" providerId="LiveId" clId="{205375D9-E7DA-469F-BB61-F0B5F08C2B2A}" dt="2026-01-10T17:17:26.646" v="742" actId="26606"/>
          <ac:cxnSpMkLst>
            <pc:docMk/>
            <pc:sldMk cId="783074269" sldId="259"/>
            <ac:cxnSpMk id="12" creationId="{26D66059-832F-40B6-A35F-F56C8F38A1E7}"/>
          </ac:cxnSpMkLst>
        </pc:cxnChg>
        <pc:cxnChg chg="add">
          <ac:chgData name="miri chavay" userId="5dd12e99b5e698f7" providerId="LiveId" clId="{205375D9-E7DA-469F-BB61-F0B5F08C2B2A}" dt="2026-01-10T17:17:26.646" v="742" actId="26606"/>
          <ac:cxnSpMkLst>
            <pc:docMk/>
            <pc:sldMk cId="783074269" sldId="259"/>
            <ac:cxnSpMk id="14" creationId="{A515E2ED-7EA9-448D-83FA-54C3DF9723BD}"/>
          </ac:cxnSpMkLst>
        </pc:cxnChg>
        <pc:cxnChg chg="add">
          <ac:chgData name="miri chavay" userId="5dd12e99b5e698f7" providerId="LiveId" clId="{205375D9-E7DA-469F-BB61-F0B5F08C2B2A}" dt="2026-01-10T17:17:26.646" v="742" actId="26606"/>
          <ac:cxnSpMkLst>
            <pc:docMk/>
            <pc:sldMk cId="783074269" sldId="259"/>
            <ac:cxnSpMk id="18" creationId="{28CD9F06-9628-469C-B788-A894E3E08281}"/>
          </ac:cxnSpMkLst>
        </pc:cxnChg>
        <pc:cxnChg chg="add">
          <ac:chgData name="miri chavay" userId="5dd12e99b5e698f7" providerId="LiveId" clId="{205375D9-E7DA-469F-BB61-F0B5F08C2B2A}" dt="2026-01-10T17:17:26.646" v="742" actId="26606"/>
          <ac:cxnSpMkLst>
            <pc:docMk/>
            <pc:sldMk cId="783074269" sldId="259"/>
            <ac:cxnSpMk id="20" creationId="{8550A431-0B61-421B-B4B7-24C0CFF0F938}"/>
          </ac:cxnSpMkLst>
        </pc:cxnChg>
        <pc:cxnChg chg="add">
          <ac:chgData name="miri chavay" userId="5dd12e99b5e698f7" providerId="LiveId" clId="{205375D9-E7DA-469F-BB61-F0B5F08C2B2A}" dt="2026-01-10T17:17:26.646" v="742" actId="26606"/>
          <ac:cxnSpMkLst>
            <pc:docMk/>
            <pc:sldMk cId="783074269" sldId="259"/>
            <ac:cxnSpMk id="34" creationId="{0192C383-6990-4C74-A5FF-EAB4A1EA2979}"/>
          </ac:cxnSpMkLst>
        </pc:cxnChg>
      </pc:sldChg>
      <pc:sldChg chg="addSp delSp modSp add mod setBg">
        <pc:chgData name="miri chavay" userId="5dd12e99b5e698f7" providerId="LiveId" clId="{205375D9-E7DA-469F-BB61-F0B5F08C2B2A}" dt="2026-01-10T18:26:13.548" v="950" actId="1076"/>
        <pc:sldMkLst>
          <pc:docMk/>
          <pc:sldMk cId="737758115" sldId="260"/>
        </pc:sldMkLst>
        <pc:spChg chg="mod">
          <ac:chgData name="miri chavay" userId="5dd12e99b5e698f7" providerId="LiveId" clId="{205375D9-E7DA-469F-BB61-F0B5F08C2B2A}" dt="2026-01-10T18:26:13.548" v="950" actId="1076"/>
          <ac:spMkLst>
            <pc:docMk/>
            <pc:sldMk cId="737758115" sldId="260"/>
            <ac:spMk id="2" creationId="{90BC8AEB-74E5-FA57-8297-33CE244CC1D1}"/>
          </ac:spMkLst>
        </pc:spChg>
        <pc:spChg chg="add">
          <ac:chgData name="miri chavay" userId="5dd12e99b5e698f7" providerId="LiveId" clId="{205375D9-E7DA-469F-BB61-F0B5F08C2B2A}" dt="2026-01-10T17:22:01.378" v="760" actId="26606"/>
          <ac:spMkLst>
            <pc:docMk/>
            <pc:sldMk cId="737758115" sldId="260"/>
            <ac:spMk id="22" creationId="{2096EABF-579F-4307-8952-04905085F4C9}"/>
          </ac:spMkLst>
        </pc:spChg>
        <pc:spChg chg="add">
          <ac:chgData name="miri chavay" userId="5dd12e99b5e698f7" providerId="LiveId" clId="{205375D9-E7DA-469F-BB61-F0B5F08C2B2A}" dt="2026-01-10T17:22:01.378" v="760" actId="26606"/>
          <ac:spMkLst>
            <pc:docMk/>
            <pc:sldMk cId="737758115" sldId="260"/>
            <ac:spMk id="24" creationId="{233D9D3E-2FB8-42AA-B5E5-1EAB4DA92074}"/>
          </ac:spMkLst>
        </pc:spChg>
        <pc:picChg chg="add mod">
          <ac:chgData name="miri chavay" userId="5dd12e99b5e698f7" providerId="LiveId" clId="{205375D9-E7DA-469F-BB61-F0B5F08C2B2A}" dt="2026-01-10T17:25:29.983" v="793" actId="1076"/>
          <ac:picMkLst>
            <pc:docMk/>
            <pc:sldMk cId="737758115" sldId="260"/>
            <ac:picMk id="6" creationId="{486A850C-A32A-6215-77A8-7F337F569EB3}"/>
          </ac:picMkLst>
        </pc:picChg>
        <pc:cxnChg chg="add">
          <ac:chgData name="miri chavay" userId="5dd12e99b5e698f7" providerId="LiveId" clId="{205375D9-E7DA-469F-BB61-F0B5F08C2B2A}" dt="2026-01-10T17:22:01.378" v="760" actId="26606"/>
          <ac:cxnSpMkLst>
            <pc:docMk/>
            <pc:sldMk cId="737758115" sldId="260"/>
            <ac:cxnSpMk id="12" creationId="{26D66059-832F-40B6-A35F-F56C8F38A1E7}"/>
          </ac:cxnSpMkLst>
        </pc:cxnChg>
        <pc:cxnChg chg="add">
          <ac:chgData name="miri chavay" userId="5dd12e99b5e698f7" providerId="LiveId" clId="{205375D9-E7DA-469F-BB61-F0B5F08C2B2A}" dt="2026-01-10T17:22:01.378" v="760" actId="26606"/>
          <ac:cxnSpMkLst>
            <pc:docMk/>
            <pc:sldMk cId="737758115" sldId="260"/>
            <ac:cxnSpMk id="26" creationId="{69FBE6D3-8499-4BE7-8C12-1BA9F0150EFE}"/>
          </ac:cxnSpMkLst>
        </pc:cxnChg>
        <pc:cxnChg chg="add">
          <ac:chgData name="miri chavay" userId="5dd12e99b5e698f7" providerId="LiveId" clId="{205375D9-E7DA-469F-BB61-F0B5F08C2B2A}" dt="2026-01-10T17:22:01.378" v="760" actId="26606"/>
          <ac:cxnSpMkLst>
            <pc:docMk/>
            <pc:sldMk cId="737758115" sldId="260"/>
            <ac:cxnSpMk id="28" creationId="{E35C1B90-3208-4854-BFDE-310A02639FF6}"/>
          </ac:cxnSpMkLst>
        </pc:cxnChg>
        <pc:cxnChg chg="add">
          <ac:chgData name="miri chavay" userId="5dd12e99b5e698f7" providerId="LiveId" clId="{205375D9-E7DA-469F-BB61-F0B5F08C2B2A}" dt="2026-01-10T17:22:01.378" v="760" actId="26606"/>
          <ac:cxnSpMkLst>
            <pc:docMk/>
            <pc:sldMk cId="737758115" sldId="260"/>
            <ac:cxnSpMk id="30" creationId="{BFB20B9B-B58D-4A05-87A2-6F8C78BD7CB2}"/>
          </ac:cxnSpMkLst>
        </pc:cxnChg>
        <pc:cxnChg chg="add">
          <ac:chgData name="miri chavay" userId="5dd12e99b5e698f7" providerId="LiveId" clId="{205375D9-E7DA-469F-BB61-F0B5F08C2B2A}" dt="2026-01-10T17:22:01.378" v="760" actId="26606"/>
          <ac:cxnSpMkLst>
            <pc:docMk/>
            <pc:sldMk cId="737758115" sldId="260"/>
            <ac:cxnSpMk id="32" creationId="{18CC7CE6-73AD-436F-BC95-066CC9506503}"/>
          </ac:cxnSpMkLst>
        </pc:cxnChg>
        <pc:cxnChg chg="add">
          <ac:chgData name="miri chavay" userId="5dd12e99b5e698f7" providerId="LiveId" clId="{205375D9-E7DA-469F-BB61-F0B5F08C2B2A}" dt="2026-01-10T17:22:01.378" v="760" actId="26606"/>
          <ac:cxnSpMkLst>
            <pc:docMk/>
            <pc:sldMk cId="737758115" sldId="260"/>
            <ac:cxnSpMk id="34" creationId="{0192C383-6990-4C74-A5FF-EAB4A1EA2979}"/>
          </ac:cxnSpMkLst>
        </pc:cxnChg>
      </pc:sldChg>
      <pc:sldChg chg="addSp delSp modSp add mod setBg">
        <pc:chgData name="miri chavay" userId="5dd12e99b5e698f7" providerId="LiveId" clId="{205375D9-E7DA-469F-BB61-F0B5F08C2B2A}" dt="2026-01-10T18:31:03.896" v="954" actId="113"/>
        <pc:sldMkLst>
          <pc:docMk/>
          <pc:sldMk cId="1821495526" sldId="261"/>
        </pc:sldMkLst>
        <pc:spChg chg="mod ord">
          <ac:chgData name="miri chavay" userId="5dd12e99b5e698f7" providerId="LiveId" clId="{205375D9-E7DA-469F-BB61-F0B5F08C2B2A}" dt="2026-01-10T18:31:03.896" v="954" actId="113"/>
          <ac:spMkLst>
            <pc:docMk/>
            <pc:sldMk cId="1821495526" sldId="261"/>
            <ac:spMk id="2" creationId="{F7A178C4-B2EB-60B4-05DC-89C9A6C24084}"/>
          </ac:spMkLst>
        </pc:spChg>
        <pc:spChg chg="add">
          <ac:chgData name="miri chavay" userId="5dd12e99b5e698f7" providerId="LiveId" clId="{205375D9-E7DA-469F-BB61-F0B5F08C2B2A}" dt="2026-01-10T17:11:41.163" v="691" actId="26606"/>
          <ac:spMkLst>
            <pc:docMk/>
            <pc:sldMk cId="1821495526" sldId="261"/>
            <ac:spMk id="201" creationId="{2096EABF-579F-4307-8952-04905085F4C9}"/>
          </ac:spMkLst>
        </pc:spChg>
        <pc:spChg chg="add">
          <ac:chgData name="miri chavay" userId="5dd12e99b5e698f7" providerId="LiveId" clId="{205375D9-E7DA-469F-BB61-F0B5F08C2B2A}" dt="2026-01-10T17:11:41.163" v="691" actId="26606"/>
          <ac:spMkLst>
            <pc:docMk/>
            <pc:sldMk cId="1821495526" sldId="261"/>
            <ac:spMk id="202" creationId="{233D9D3E-2FB8-42AA-B5E5-1EAB4DA92074}"/>
          </ac:spMkLst>
        </pc:spChg>
        <pc:picChg chg="add mod">
          <ac:chgData name="miri chavay" userId="5dd12e99b5e698f7" providerId="LiveId" clId="{205375D9-E7DA-469F-BB61-F0B5F08C2B2A}" dt="2026-01-10T17:12:44.368" v="705" actId="14100"/>
          <ac:picMkLst>
            <pc:docMk/>
            <pc:sldMk cId="1821495526" sldId="261"/>
            <ac:picMk id="28" creationId="{25205A15-FFA4-6F08-FA57-6EDED020EB97}"/>
          </ac:picMkLst>
        </pc:picChg>
        <pc:cxnChg chg="add">
          <ac:chgData name="miri chavay" userId="5dd12e99b5e698f7" providerId="LiveId" clId="{205375D9-E7DA-469F-BB61-F0B5F08C2B2A}" dt="2026-01-10T17:11:41.163" v="691" actId="26606"/>
          <ac:cxnSpMkLst>
            <pc:docMk/>
            <pc:sldMk cId="1821495526" sldId="261"/>
            <ac:cxnSpMk id="194" creationId="{4436E0F2-A64B-471E-93C0-8DFE08CC57C8}"/>
          </ac:cxnSpMkLst>
        </pc:cxnChg>
        <pc:cxnChg chg="add">
          <ac:chgData name="miri chavay" userId="5dd12e99b5e698f7" providerId="LiveId" clId="{205375D9-E7DA-469F-BB61-F0B5F08C2B2A}" dt="2026-01-10T17:11:41.163" v="691" actId="26606"/>
          <ac:cxnSpMkLst>
            <pc:docMk/>
            <pc:sldMk cId="1821495526" sldId="261"/>
            <ac:cxnSpMk id="196" creationId="{26D66059-832F-40B6-A35F-F56C8F38A1E7}"/>
          </ac:cxnSpMkLst>
        </pc:cxnChg>
      </pc:sldChg>
      <pc:sldChg chg="addSp delSp modSp add mod ord setBg addAnim delAnim">
        <pc:chgData name="miri chavay" userId="5dd12e99b5e698f7" providerId="LiveId" clId="{205375D9-E7DA-469F-BB61-F0B5F08C2B2A}" dt="2026-01-13T15:50:29.084" v="3505"/>
        <pc:sldMkLst>
          <pc:docMk/>
          <pc:sldMk cId="4203968959" sldId="262"/>
        </pc:sldMkLst>
        <pc:spChg chg="mod ord">
          <ac:chgData name="miri chavay" userId="5dd12e99b5e698f7" providerId="LiveId" clId="{205375D9-E7DA-469F-BB61-F0B5F08C2B2A}" dt="2026-01-11T17:40:34.924" v="1795" actId="20577"/>
          <ac:spMkLst>
            <pc:docMk/>
            <pc:sldMk cId="4203968959" sldId="262"/>
            <ac:spMk id="2" creationId="{1836C679-ADC8-FA20-9326-1817320764D2}"/>
          </ac:spMkLst>
        </pc:spChg>
        <pc:spChg chg="add">
          <ac:chgData name="miri chavay" userId="5dd12e99b5e698f7" providerId="LiveId" clId="{205375D9-E7DA-469F-BB61-F0B5F08C2B2A}" dt="2026-01-11T17:31:49.774" v="1618" actId="26606"/>
          <ac:spMkLst>
            <pc:docMk/>
            <pc:sldMk cId="4203968959" sldId="262"/>
            <ac:spMk id="66" creationId="{2096EABF-579F-4307-8952-04905085F4C9}"/>
          </ac:spMkLst>
        </pc:spChg>
        <pc:spChg chg="add">
          <ac:chgData name="miri chavay" userId="5dd12e99b5e698f7" providerId="LiveId" clId="{205375D9-E7DA-469F-BB61-F0B5F08C2B2A}" dt="2026-01-11T17:31:49.774" v="1618" actId="26606"/>
          <ac:spMkLst>
            <pc:docMk/>
            <pc:sldMk cId="4203968959" sldId="262"/>
            <ac:spMk id="68" creationId="{233D9D3E-2FB8-42AA-B5E5-1EAB4DA92074}"/>
          </ac:spMkLst>
        </pc:spChg>
        <pc:picChg chg="add mod">
          <ac:chgData name="miri chavay" userId="5dd12e99b5e698f7" providerId="LiveId" clId="{205375D9-E7DA-469F-BB61-F0B5F08C2B2A}" dt="2026-01-11T17:40:06.177" v="1785" actId="1076"/>
          <ac:picMkLst>
            <pc:docMk/>
            <pc:sldMk cId="4203968959" sldId="262"/>
            <ac:picMk id="8" creationId="{7EDDF19E-DD2C-8D99-4D2E-EE4E259A20A7}"/>
          </ac:picMkLst>
        </pc:picChg>
        <pc:cxnChg chg="add">
          <ac:chgData name="miri chavay" userId="5dd12e99b5e698f7" providerId="LiveId" clId="{205375D9-E7DA-469F-BB61-F0B5F08C2B2A}" dt="2026-01-11T17:31:49.774" v="1618" actId="26606"/>
          <ac:cxnSpMkLst>
            <pc:docMk/>
            <pc:sldMk cId="4203968959" sldId="262"/>
            <ac:cxnSpMk id="58" creationId="{A515E2ED-7EA9-448D-83FA-54C3DF9723BD}"/>
          </ac:cxnSpMkLst>
        </pc:cxnChg>
        <pc:cxnChg chg="add">
          <ac:chgData name="miri chavay" userId="5dd12e99b5e698f7" providerId="LiveId" clId="{205375D9-E7DA-469F-BB61-F0B5F08C2B2A}" dt="2026-01-11T17:31:49.774" v="1618" actId="26606"/>
          <ac:cxnSpMkLst>
            <pc:docMk/>
            <pc:sldMk cId="4203968959" sldId="262"/>
            <ac:cxnSpMk id="72" creationId="{E35C1B90-3208-4854-BFDE-310A02639FF6}"/>
          </ac:cxnSpMkLst>
        </pc:cxnChg>
        <pc:cxnChg chg="add">
          <ac:chgData name="miri chavay" userId="5dd12e99b5e698f7" providerId="LiveId" clId="{205375D9-E7DA-469F-BB61-F0B5F08C2B2A}" dt="2026-01-11T17:31:49.774" v="1618" actId="26606"/>
          <ac:cxnSpMkLst>
            <pc:docMk/>
            <pc:sldMk cId="4203968959" sldId="262"/>
            <ac:cxnSpMk id="74" creationId="{BFB20B9B-B58D-4A05-87A2-6F8C78BD7CB2}"/>
          </ac:cxnSpMkLst>
        </pc:cxnChg>
        <pc:cxnChg chg="add">
          <ac:chgData name="miri chavay" userId="5dd12e99b5e698f7" providerId="LiveId" clId="{205375D9-E7DA-469F-BB61-F0B5F08C2B2A}" dt="2026-01-11T17:31:49.774" v="1618" actId="26606"/>
          <ac:cxnSpMkLst>
            <pc:docMk/>
            <pc:sldMk cId="4203968959" sldId="262"/>
            <ac:cxnSpMk id="76" creationId="{18CC7CE6-73AD-436F-BC95-066CC9506503}"/>
          </ac:cxnSpMkLst>
        </pc:cxnChg>
      </pc:sldChg>
      <pc:sldChg chg="addSp delSp modSp add mod setBg">
        <pc:chgData name="miri chavay" userId="5dd12e99b5e698f7" providerId="LiveId" clId="{205375D9-E7DA-469F-BB61-F0B5F08C2B2A}" dt="2026-01-11T17:32:50.469" v="1631" actId="403"/>
        <pc:sldMkLst>
          <pc:docMk/>
          <pc:sldMk cId="1142978611" sldId="263"/>
        </pc:sldMkLst>
        <pc:spChg chg="mod">
          <ac:chgData name="miri chavay" userId="5dd12e99b5e698f7" providerId="LiveId" clId="{205375D9-E7DA-469F-BB61-F0B5F08C2B2A}" dt="2026-01-11T17:32:50.469" v="1631" actId="403"/>
          <ac:spMkLst>
            <pc:docMk/>
            <pc:sldMk cId="1142978611" sldId="263"/>
            <ac:spMk id="2" creationId="{C1487ED7-9FDD-A4C4-AF9D-F9999AE3C1EB}"/>
          </ac:spMkLst>
        </pc:spChg>
        <pc:spChg chg="add">
          <ac:chgData name="miri chavay" userId="5dd12e99b5e698f7" providerId="LiveId" clId="{205375D9-E7DA-469F-BB61-F0B5F08C2B2A}" dt="2026-01-11T17:08:52.271" v="1301" actId="26606"/>
          <ac:spMkLst>
            <pc:docMk/>
            <pc:sldMk cId="1142978611" sldId="263"/>
            <ac:spMk id="22" creationId="{2096EABF-579F-4307-8952-04905085F4C9}"/>
          </ac:spMkLst>
        </pc:spChg>
        <pc:spChg chg="add">
          <ac:chgData name="miri chavay" userId="5dd12e99b5e698f7" providerId="LiveId" clId="{205375D9-E7DA-469F-BB61-F0B5F08C2B2A}" dt="2026-01-11T17:08:52.271" v="1301" actId="26606"/>
          <ac:spMkLst>
            <pc:docMk/>
            <pc:sldMk cId="1142978611" sldId="263"/>
            <ac:spMk id="24" creationId="{233D9D3E-2FB8-42AA-B5E5-1EAB4DA92074}"/>
          </ac:spMkLst>
        </pc:spChg>
        <pc:picChg chg="add mod">
          <ac:chgData name="miri chavay" userId="5dd12e99b5e698f7" providerId="LiveId" clId="{205375D9-E7DA-469F-BB61-F0B5F08C2B2A}" dt="2026-01-11T17:15:54.123" v="1386" actId="1038"/>
          <ac:picMkLst>
            <pc:docMk/>
            <pc:sldMk cId="1142978611" sldId="263"/>
            <ac:picMk id="5" creationId="{750D6DF0-DBD7-AD99-B215-0D49DE79DFDE}"/>
          </ac:picMkLst>
        </pc:picChg>
        <pc:picChg chg="add mod">
          <ac:chgData name="miri chavay" userId="5dd12e99b5e698f7" providerId="LiveId" clId="{205375D9-E7DA-469F-BB61-F0B5F08C2B2A}" dt="2026-01-11T17:15:51.279" v="1380" actId="1038"/>
          <ac:picMkLst>
            <pc:docMk/>
            <pc:sldMk cId="1142978611" sldId="263"/>
            <ac:picMk id="7" creationId="{1E7DB45F-217D-4A60-069E-0569CF538DAF}"/>
          </ac:picMkLst>
        </pc:picChg>
        <pc:cxnChg chg="add">
          <ac:chgData name="miri chavay" userId="5dd12e99b5e698f7" providerId="LiveId" clId="{205375D9-E7DA-469F-BB61-F0B5F08C2B2A}" dt="2026-01-11T17:08:52.271" v="1301" actId="26606"/>
          <ac:cxnSpMkLst>
            <pc:docMk/>
            <pc:sldMk cId="1142978611" sldId="263"/>
            <ac:cxnSpMk id="10" creationId="{DC1E3AB1-2A8C-4607-9FAE-D8BDB280FE1A}"/>
          </ac:cxnSpMkLst>
        </pc:cxnChg>
        <pc:cxnChg chg="add">
          <ac:chgData name="miri chavay" userId="5dd12e99b5e698f7" providerId="LiveId" clId="{205375D9-E7DA-469F-BB61-F0B5F08C2B2A}" dt="2026-01-11T17:08:52.271" v="1301" actId="26606"/>
          <ac:cxnSpMkLst>
            <pc:docMk/>
            <pc:sldMk cId="1142978611" sldId="263"/>
            <ac:cxnSpMk id="12" creationId="{26D66059-832F-40B6-A35F-F56C8F38A1E7}"/>
          </ac:cxnSpMkLst>
        </pc:cxnChg>
        <pc:cxnChg chg="add">
          <ac:chgData name="miri chavay" userId="5dd12e99b5e698f7" providerId="LiveId" clId="{205375D9-E7DA-469F-BB61-F0B5F08C2B2A}" dt="2026-01-11T17:08:52.271" v="1301" actId="26606"/>
          <ac:cxnSpMkLst>
            <pc:docMk/>
            <pc:sldMk cId="1142978611" sldId="263"/>
            <ac:cxnSpMk id="18" creationId="{28CD9F06-9628-469C-B788-A894E3E08281}"/>
          </ac:cxnSpMkLst>
        </pc:cxnChg>
        <pc:cxnChg chg="add">
          <ac:chgData name="miri chavay" userId="5dd12e99b5e698f7" providerId="LiveId" clId="{205375D9-E7DA-469F-BB61-F0B5F08C2B2A}" dt="2026-01-11T17:08:52.271" v="1301" actId="26606"/>
          <ac:cxnSpMkLst>
            <pc:docMk/>
            <pc:sldMk cId="1142978611" sldId="263"/>
            <ac:cxnSpMk id="28" creationId="{E35C1B90-3208-4854-BFDE-310A02639FF6}"/>
          </ac:cxnSpMkLst>
        </pc:cxnChg>
        <pc:cxnChg chg="add">
          <ac:chgData name="miri chavay" userId="5dd12e99b5e698f7" providerId="LiveId" clId="{205375D9-E7DA-469F-BB61-F0B5F08C2B2A}" dt="2026-01-11T17:08:52.271" v="1301" actId="26606"/>
          <ac:cxnSpMkLst>
            <pc:docMk/>
            <pc:sldMk cId="1142978611" sldId="263"/>
            <ac:cxnSpMk id="32" creationId="{18CC7CE6-73AD-436F-BC95-066CC9506503}"/>
          </ac:cxnSpMkLst>
        </pc:cxnChg>
        <pc:cxnChg chg="add">
          <ac:chgData name="miri chavay" userId="5dd12e99b5e698f7" providerId="LiveId" clId="{205375D9-E7DA-469F-BB61-F0B5F08C2B2A}" dt="2026-01-11T17:08:52.271" v="1301" actId="26606"/>
          <ac:cxnSpMkLst>
            <pc:docMk/>
            <pc:sldMk cId="1142978611" sldId="263"/>
            <ac:cxnSpMk id="34" creationId="{0192C383-6990-4C74-A5FF-EAB4A1EA2979}"/>
          </ac:cxnSpMkLst>
        </pc:cxnChg>
      </pc:sldChg>
      <pc:sldChg chg="addSp delSp modSp new mod setBg">
        <pc:chgData name="miri chavay" userId="5dd12e99b5e698f7" providerId="LiveId" clId="{205375D9-E7DA-469F-BB61-F0B5F08C2B2A}" dt="2026-01-10T16:06:56.464" v="430" actId="1076"/>
        <pc:sldMkLst>
          <pc:docMk/>
          <pc:sldMk cId="2662182418" sldId="264"/>
        </pc:sldMkLst>
        <pc:spChg chg="add mod">
          <ac:chgData name="miri chavay" userId="5dd12e99b5e698f7" providerId="LiveId" clId="{205375D9-E7DA-469F-BB61-F0B5F08C2B2A}" dt="2026-01-10T16:04:59.507" v="408" actId="26606"/>
          <ac:spMkLst>
            <pc:docMk/>
            <pc:sldMk cId="2662182418" sldId="264"/>
            <ac:spMk id="2" creationId="{5B5478AC-F1B7-5526-1AE0-8F6E0F89DAB4}"/>
          </ac:spMkLst>
        </pc:spChg>
        <pc:spChg chg="add mod">
          <ac:chgData name="miri chavay" userId="5dd12e99b5e698f7" providerId="LiveId" clId="{205375D9-E7DA-469F-BB61-F0B5F08C2B2A}" dt="2026-01-10T16:06:56.464" v="430" actId="1076"/>
          <ac:spMkLst>
            <pc:docMk/>
            <pc:sldMk cId="2662182418" sldId="264"/>
            <ac:spMk id="4" creationId="{44EEB4BF-5ECC-CE93-C527-5A1C8D5F26CB}"/>
          </ac:spMkLst>
        </pc:spChg>
      </pc:sldChg>
      <pc:sldChg chg="addSp delSp modSp add mod ord">
        <pc:chgData name="miri chavay" userId="5dd12e99b5e698f7" providerId="LiveId" clId="{205375D9-E7DA-469F-BB61-F0B5F08C2B2A}" dt="2026-01-19T10:41:02.957" v="3927" actId="20577"/>
        <pc:sldMkLst>
          <pc:docMk/>
          <pc:sldMk cId="2449709816" sldId="265"/>
        </pc:sldMkLst>
        <pc:spChg chg="mod">
          <ac:chgData name="miri chavay" userId="5dd12e99b5e698f7" providerId="LiveId" clId="{205375D9-E7DA-469F-BB61-F0B5F08C2B2A}" dt="2026-01-10T18:30:56.239" v="953" actId="113"/>
          <ac:spMkLst>
            <pc:docMk/>
            <pc:sldMk cId="2449709816" sldId="265"/>
            <ac:spMk id="2" creationId="{10604ED5-45AF-DC68-4BCD-09EDD88020FF}"/>
          </ac:spMkLst>
        </pc:spChg>
        <pc:spChg chg="add mod">
          <ac:chgData name="miri chavay" userId="5dd12e99b5e698f7" providerId="LiveId" clId="{205375D9-E7DA-469F-BB61-F0B5F08C2B2A}" dt="2026-01-19T10:41:02.957" v="3927" actId="20577"/>
          <ac:spMkLst>
            <pc:docMk/>
            <pc:sldMk cId="2449709816" sldId="265"/>
            <ac:spMk id="22" creationId="{40B388D7-387E-1D19-AD9B-C72EA78D6B0D}"/>
          </ac:spMkLst>
        </pc:spChg>
        <pc:picChg chg="add mod">
          <ac:chgData name="miri chavay" userId="5dd12e99b5e698f7" providerId="LiveId" clId="{205375D9-E7DA-469F-BB61-F0B5F08C2B2A}" dt="2026-01-19T10:38:01.847" v="3862" actId="1035"/>
          <ac:picMkLst>
            <pc:docMk/>
            <pc:sldMk cId="2449709816" sldId="265"/>
            <ac:picMk id="3" creationId="{A381BFCA-7ECC-38D5-E697-F90D6AF8665B}"/>
          </ac:picMkLst>
        </pc:picChg>
        <pc:picChg chg="add mod">
          <ac:chgData name="miri chavay" userId="5dd12e99b5e698f7" providerId="LiveId" clId="{205375D9-E7DA-469F-BB61-F0B5F08C2B2A}" dt="2026-01-19T10:40:52.120" v="3918" actId="1036"/>
          <ac:picMkLst>
            <pc:docMk/>
            <pc:sldMk cId="2449709816" sldId="265"/>
            <ac:picMk id="5" creationId="{510A51E5-AF41-CE36-7298-C99986AE7A6E}"/>
          </ac:picMkLst>
        </pc:picChg>
        <pc:picChg chg="add del mod">
          <ac:chgData name="miri chavay" userId="5dd12e99b5e698f7" providerId="LiveId" clId="{205375D9-E7DA-469F-BB61-F0B5F08C2B2A}" dt="2026-01-19T10:32:24.035" v="3668" actId="478"/>
          <ac:picMkLst>
            <pc:docMk/>
            <pc:sldMk cId="2449709816" sldId="265"/>
            <ac:picMk id="13" creationId="{8AF89078-1E6F-B90D-587D-B892856EFEFA}"/>
          </ac:picMkLst>
        </pc:picChg>
      </pc:sldChg>
      <pc:sldChg chg="addSp delSp modSp add mod addAnim">
        <pc:chgData name="miri chavay" userId="5dd12e99b5e698f7" providerId="LiveId" clId="{205375D9-E7DA-469F-BB61-F0B5F08C2B2A}" dt="2026-01-10T18:30:46.508" v="952" actId="1076"/>
        <pc:sldMkLst>
          <pc:docMk/>
          <pc:sldMk cId="4104033057" sldId="266"/>
        </pc:sldMkLst>
        <pc:spChg chg="mod ord">
          <ac:chgData name="miri chavay" userId="5dd12e99b5e698f7" providerId="LiveId" clId="{205375D9-E7DA-469F-BB61-F0B5F08C2B2A}" dt="2026-01-10T18:30:46.508" v="952" actId="1076"/>
          <ac:spMkLst>
            <pc:docMk/>
            <pc:sldMk cId="4104033057" sldId="266"/>
            <ac:spMk id="2" creationId="{6B828C0A-41F0-9AE7-9504-537795E70624}"/>
          </ac:spMkLst>
        </pc:spChg>
        <pc:spChg chg="add">
          <ac:chgData name="miri chavay" userId="5dd12e99b5e698f7" providerId="LiveId" clId="{205375D9-E7DA-469F-BB61-F0B5F08C2B2A}" dt="2026-01-10T17:14:17.769" v="711" actId="26606"/>
          <ac:spMkLst>
            <pc:docMk/>
            <pc:sldMk cId="4104033057" sldId="266"/>
            <ac:spMk id="128" creationId="{2096EABF-579F-4307-8952-04905085F4C9}"/>
          </ac:spMkLst>
        </pc:spChg>
        <pc:spChg chg="add">
          <ac:chgData name="miri chavay" userId="5dd12e99b5e698f7" providerId="LiveId" clId="{205375D9-E7DA-469F-BB61-F0B5F08C2B2A}" dt="2026-01-10T17:14:17.769" v="711" actId="26606"/>
          <ac:spMkLst>
            <pc:docMk/>
            <pc:sldMk cId="4104033057" sldId="266"/>
            <ac:spMk id="130" creationId="{233D9D3E-2FB8-42AA-B5E5-1EAB4DA92074}"/>
          </ac:spMkLst>
        </pc:spChg>
        <pc:picChg chg="add mod">
          <ac:chgData name="miri chavay" userId="5dd12e99b5e698f7" providerId="LiveId" clId="{205375D9-E7DA-469F-BB61-F0B5F08C2B2A}" dt="2026-01-10T17:14:37.116" v="720" actId="1076"/>
          <ac:picMkLst>
            <pc:docMk/>
            <pc:sldMk cId="4104033057" sldId="266"/>
            <ac:picMk id="8" creationId="{85B59BE9-9188-88B1-0761-B99255FCACE4}"/>
          </ac:picMkLst>
        </pc:picChg>
        <pc:cxnChg chg="add">
          <ac:chgData name="miri chavay" userId="5dd12e99b5e698f7" providerId="LiveId" clId="{205375D9-E7DA-469F-BB61-F0B5F08C2B2A}" dt="2026-01-10T17:14:17.769" v="711" actId="26606"/>
          <ac:cxnSpMkLst>
            <pc:docMk/>
            <pc:sldMk cId="4104033057" sldId="266"/>
            <ac:cxnSpMk id="134" creationId="{E35C1B90-3208-4854-BFDE-310A02639FF6}"/>
          </ac:cxnSpMkLst>
        </pc:cxnChg>
        <pc:cxnChg chg="add">
          <ac:chgData name="miri chavay" userId="5dd12e99b5e698f7" providerId="LiveId" clId="{205375D9-E7DA-469F-BB61-F0B5F08C2B2A}" dt="2026-01-10T17:14:17.769" v="711" actId="26606"/>
          <ac:cxnSpMkLst>
            <pc:docMk/>
            <pc:sldMk cId="4104033057" sldId="266"/>
            <ac:cxnSpMk id="138" creationId="{18CC7CE6-73AD-436F-BC95-066CC9506503}"/>
          </ac:cxnSpMkLst>
        </pc:cxnChg>
      </pc:sldChg>
      <pc:sldChg chg="addSp delSp modSp add mod ord">
        <pc:chgData name="miri chavay" userId="5dd12e99b5e698f7" providerId="LiveId" clId="{205375D9-E7DA-469F-BB61-F0B5F08C2B2A}" dt="2026-01-19T11:19:39.318" v="4168" actId="1076"/>
        <pc:sldMkLst>
          <pc:docMk/>
          <pc:sldMk cId="2481062086" sldId="267"/>
        </pc:sldMkLst>
        <pc:spChg chg="mod">
          <ac:chgData name="miri chavay" userId="5dd12e99b5e698f7" providerId="LiveId" clId="{205375D9-E7DA-469F-BB61-F0B5F08C2B2A}" dt="2026-01-10T18:31:16.681" v="956" actId="113"/>
          <ac:spMkLst>
            <pc:docMk/>
            <pc:sldMk cId="2481062086" sldId="267"/>
            <ac:spMk id="2" creationId="{4AD40379-2D3B-18F2-A721-5F1FDD062646}"/>
          </ac:spMkLst>
        </pc:spChg>
        <pc:spChg chg="add mod">
          <ac:chgData name="miri chavay" userId="5dd12e99b5e698f7" providerId="LiveId" clId="{205375D9-E7DA-469F-BB61-F0B5F08C2B2A}" dt="2026-01-19T11:19:39.318" v="4168" actId="1076"/>
          <ac:spMkLst>
            <pc:docMk/>
            <pc:sldMk cId="2481062086" sldId="267"/>
            <ac:spMk id="15" creationId="{943A085D-A863-F895-1FF2-7FE62BE6873A}"/>
          </ac:spMkLst>
        </pc:spChg>
        <pc:spChg chg="add">
          <ac:chgData name="miri chavay" userId="5dd12e99b5e698f7" providerId="LiveId" clId="{205375D9-E7DA-469F-BB61-F0B5F08C2B2A}" dt="2026-01-10T17:55:27.455" v="851" actId="26606"/>
          <ac:spMkLst>
            <pc:docMk/>
            <pc:sldMk cId="2481062086" sldId="267"/>
            <ac:spMk id="53" creationId="{EA3B6404-C37D-4FE3-8124-9FC5ECE56273}"/>
          </ac:spMkLst>
        </pc:spChg>
        <pc:spChg chg="add">
          <ac:chgData name="miri chavay" userId="5dd12e99b5e698f7" providerId="LiveId" clId="{205375D9-E7DA-469F-BB61-F0B5F08C2B2A}" dt="2026-01-10T17:55:27.455" v="851" actId="26606"/>
          <ac:spMkLst>
            <pc:docMk/>
            <pc:sldMk cId="2481062086" sldId="267"/>
            <ac:spMk id="57" creationId="{F67B5ED5-2C08-4519-B88A-E933BAA847AA}"/>
          </ac:spMkLst>
        </pc:spChg>
        <pc:picChg chg="add mod">
          <ac:chgData name="miri chavay" userId="5dd12e99b5e698f7" providerId="LiveId" clId="{205375D9-E7DA-469F-BB61-F0B5F08C2B2A}" dt="2026-01-19T10:43:06.762" v="3946" actId="1038"/>
          <ac:picMkLst>
            <pc:docMk/>
            <pc:sldMk cId="2481062086" sldId="267"/>
            <ac:picMk id="4" creationId="{65B1650C-5B2E-27E5-7867-91FFBE92ACF7}"/>
          </ac:picMkLst>
        </pc:picChg>
        <pc:picChg chg="add mod">
          <ac:chgData name="miri chavay" userId="5dd12e99b5e698f7" providerId="LiveId" clId="{205375D9-E7DA-469F-BB61-F0B5F08C2B2A}" dt="2026-01-12T09:46:41.927" v="2433" actId="1035"/>
          <ac:picMkLst>
            <pc:docMk/>
            <pc:sldMk cId="2481062086" sldId="267"/>
            <ac:picMk id="19" creationId="{9FC04C97-F330-F213-365D-8A091D854587}"/>
          </ac:picMkLst>
        </pc:picChg>
        <pc:cxnChg chg="add">
          <ac:chgData name="miri chavay" userId="5dd12e99b5e698f7" providerId="LiveId" clId="{205375D9-E7DA-469F-BB61-F0B5F08C2B2A}" dt="2026-01-10T17:55:27.455" v="851" actId="26606"/>
          <ac:cxnSpMkLst>
            <pc:docMk/>
            <pc:sldMk cId="2481062086" sldId="267"/>
            <ac:cxnSpMk id="49" creationId="{28CD9F06-9628-469C-B788-A894E3E08281}"/>
          </ac:cxnSpMkLst>
        </pc:cxnChg>
      </pc:sldChg>
      <pc:sldChg chg="addSp modSp add mod">
        <pc:chgData name="miri chavay" userId="5dd12e99b5e698f7" providerId="LiveId" clId="{205375D9-E7DA-469F-BB61-F0B5F08C2B2A}" dt="2026-01-10T18:31:10.167" v="955" actId="113"/>
        <pc:sldMkLst>
          <pc:docMk/>
          <pc:sldMk cId="1762791732" sldId="268"/>
        </pc:sldMkLst>
        <pc:spChg chg="mod">
          <ac:chgData name="miri chavay" userId="5dd12e99b5e698f7" providerId="LiveId" clId="{205375D9-E7DA-469F-BB61-F0B5F08C2B2A}" dt="2026-01-10T18:31:10.167" v="955" actId="113"/>
          <ac:spMkLst>
            <pc:docMk/>
            <pc:sldMk cId="1762791732" sldId="268"/>
            <ac:spMk id="2" creationId="{05B5A2B6-3C4C-6A8A-027E-CF50EC9EF40B}"/>
          </ac:spMkLst>
        </pc:spChg>
        <pc:picChg chg="add mod">
          <ac:chgData name="miri chavay" userId="5dd12e99b5e698f7" providerId="LiveId" clId="{205375D9-E7DA-469F-BB61-F0B5F08C2B2A}" dt="2026-01-10T17:36:03.300" v="847" actId="1076"/>
          <ac:picMkLst>
            <pc:docMk/>
            <pc:sldMk cId="1762791732" sldId="268"/>
            <ac:picMk id="4" creationId="{DD466A04-B557-1FAD-ECAE-0B2C533C343C}"/>
          </ac:picMkLst>
        </pc:picChg>
      </pc:sldChg>
      <pc:sldChg chg="addSp delSp modSp add mod">
        <pc:chgData name="miri chavay" userId="5dd12e99b5e698f7" providerId="LiveId" clId="{205375D9-E7DA-469F-BB61-F0B5F08C2B2A}" dt="2026-01-12T10:58:30.256" v="3270" actId="1038"/>
        <pc:sldMkLst>
          <pc:docMk/>
          <pc:sldMk cId="1936336517" sldId="269"/>
        </pc:sldMkLst>
        <pc:spChg chg="mod">
          <ac:chgData name="miri chavay" userId="5dd12e99b5e698f7" providerId="LiveId" clId="{205375D9-E7DA-469F-BB61-F0B5F08C2B2A}" dt="2026-01-10T18:31:37.710" v="958" actId="113"/>
          <ac:spMkLst>
            <pc:docMk/>
            <pc:sldMk cId="1936336517" sldId="269"/>
            <ac:spMk id="2" creationId="{38EEEADC-DAE4-FFE9-C532-AA3CA50F196B}"/>
          </ac:spMkLst>
        </pc:spChg>
        <pc:picChg chg="add mod">
          <ac:chgData name="miri chavay" userId="5dd12e99b5e698f7" providerId="LiveId" clId="{205375D9-E7DA-469F-BB61-F0B5F08C2B2A}" dt="2026-01-12T10:58:30.256" v="3270" actId="1038"/>
          <ac:picMkLst>
            <pc:docMk/>
            <pc:sldMk cId="1936336517" sldId="269"/>
            <ac:picMk id="6" creationId="{C1E585D5-3FC0-F530-4F1B-CE3A3A2124C6}"/>
          </ac:picMkLst>
        </pc:picChg>
      </pc:sldChg>
      <pc:sldChg chg="addSp delSp modSp add mod ord">
        <pc:chgData name="miri chavay" userId="5dd12e99b5e698f7" providerId="LiveId" clId="{205375D9-E7DA-469F-BB61-F0B5F08C2B2A}" dt="2026-01-13T15:47:29.808" v="3497"/>
        <pc:sldMkLst>
          <pc:docMk/>
          <pc:sldMk cId="4130326508" sldId="270"/>
        </pc:sldMkLst>
        <pc:spChg chg="mod">
          <ac:chgData name="miri chavay" userId="5dd12e99b5e698f7" providerId="LiveId" clId="{205375D9-E7DA-469F-BB61-F0B5F08C2B2A}" dt="2026-01-10T18:51:22.872" v="1012" actId="207"/>
          <ac:spMkLst>
            <pc:docMk/>
            <pc:sldMk cId="4130326508" sldId="270"/>
            <ac:spMk id="2" creationId="{9A9D2866-6387-BC81-83DA-8670753C6ABC}"/>
          </ac:spMkLst>
        </pc:spChg>
        <pc:spChg chg="add">
          <ac:chgData name="miri chavay" userId="5dd12e99b5e698f7" providerId="LiveId" clId="{205375D9-E7DA-469F-BB61-F0B5F08C2B2A}" dt="2026-01-10T18:50:53.630" v="1009" actId="26606"/>
          <ac:spMkLst>
            <pc:docMk/>
            <pc:sldMk cId="4130326508" sldId="270"/>
            <ac:spMk id="159" creationId="{EA3B6404-C37D-4FE3-8124-9FC5ECE56273}"/>
          </ac:spMkLst>
        </pc:spChg>
        <pc:spChg chg="add">
          <ac:chgData name="miri chavay" userId="5dd12e99b5e698f7" providerId="LiveId" clId="{205375D9-E7DA-469F-BB61-F0B5F08C2B2A}" dt="2026-01-10T18:50:53.630" v="1009" actId="26606"/>
          <ac:spMkLst>
            <pc:docMk/>
            <pc:sldMk cId="4130326508" sldId="270"/>
            <ac:spMk id="163" creationId="{F67B5ED5-2C08-4519-B88A-E933BAA847AA}"/>
          </ac:spMkLst>
        </pc:spChg>
        <pc:picChg chg="add mod">
          <ac:chgData name="miri chavay" userId="5dd12e99b5e698f7" providerId="LiveId" clId="{205375D9-E7DA-469F-BB61-F0B5F08C2B2A}" dt="2026-01-12T09:52:01.074" v="2593" actId="1036"/>
          <ac:picMkLst>
            <pc:docMk/>
            <pc:sldMk cId="4130326508" sldId="270"/>
            <ac:picMk id="6" creationId="{9A658509-5792-A30B-A370-BB2832EE4EB8}"/>
          </ac:picMkLst>
        </pc:picChg>
        <pc:picChg chg="add mod">
          <ac:chgData name="miri chavay" userId="5dd12e99b5e698f7" providerId="LiveId" clId="{205375D9-E7DA-469F-BB61-F0B5F08C2B2A}" dt="2026-01-12T09:52:12.670" v="2616" actId="1036"/>
          <ac:picMkLst>
            <pc:docMk/>
            <pc:sldMk cId="4130326508" sldId="270"/>
            <ac:picMk id="8" creationId="{EA6D2AB0-505A-1FB7-E41A-A963B20CA6EE}"/>
          </ac:picMkLst>
        </pc:picChg>
        <pc:picChg chg="add mod">
          <ac:chgData name="miri chavay" userId="5dd12e99b5e698f7" providerId="LiveId" clId="{205375D9-E7DA-469F-BB61-F0B5F08C2B2A}" dt="2026-01-12T09:51:53.418" v="2563" actId="1035"/>
          <ac:picMkLst>
            <pc:docMk/>
            <pc:sldMk cId="4130326508" sldId="270"/>
            <ac:picMk id="10" creationId="{9490615A-6900-D89A-7094-B04B5815A853}"/>
          </ac:picMkLst>
        </pc:picChg>
        <pc:picChg chg="add mod">
          <ac:chgData name="miri chavay" userId="5dd12e99b5e698f7" providerId="LiveId" clId="{205375D9-E7DA-469F-BB61-F0B5F08C2B2A}" dt="2026-01-12T09:52:04.411" v="2605" actId="1036"/>
          <ac:picMkLst>
            <pc:docMk/>
            <pc:sldMk cId="4130326508" sldId="270"/>
            <ac:picMk id="12" creationId="{F79CC482-A597-1326-F5C4-8F105D23E0D9}"/>
          </ac:picMkLst>
        </pc:picChg>
        <pc:picChg chg="add mod">
          <ac:chgData name="miri chavay" userId="5dd12e99b5e698f7" providerId="LiveId" clId="{205375D9-E7DA-469F-BB61-F0B5F08C2B2A}" dt="2026-01-12T09:51:56.942" v="2578" actId="1036"/>
          <ac:picMkLst>
            <pc:docMk/>
            <pc:sldMk cId="4130326508" sldId="270"/>
            <ac:picMk id="14" creationId="{5082D7B4-1D43-3ABD-4550-C2E4D522EA80}"/>
          </ac:picMkLst>
        </pc:picChg>
        <pc:picChg chg="add mod">
          <ac:chgData name="miri chavay" userId="5dd12e99b5e698f7" providerId="LiveId" clId="{205375D9-E7DA-469F-BB61-F0B5F08C2B2A}" dt="2026-01-12T09:51:40.503" v="2526" actId="1036"/>
          <ac:picMkLst>
            <pc:docMk/>
            <pc:sldMk cId="4130326508" sldId="270"/>
            <ac:picMk id="16" creationId="{E8C84F66-A2B4-8501-E055-C99F8B5512A0}"/>
          </ac:picMkLst>
        </pc:picChg>
        <pc:picChg chg="add mod">
          <ac:chgData name="miri chavay" userId="5dd12e99b5e698f7" providerId="LiveId" clId="{205375D9-E7DA-469F-BB61-F0B5F08C2B2A}" dt="2026-01-12T09:51:46.080" v="2548" actId="1036"/>
          <ac:picMkLst>
            <pc:docMk/>
            <pc:sldMk cId="4130326508" sldId="270"/>
            <ac:picMk id="18" creationId="{8F2BA8C1-E0C5-49A8-1BE4-59CD167A3F28}"/>
          </ac:picMkLst>
        </pc:picChg>
        <pc:cxnChg chg="add">
          <ac:chgData name="miri chavay" userId="5dd12e99b5e698f7" providerId="LiveId" clId="{205375D9-E7DA-469F-BB61-F0B5F08C2B2A}" dt="2026-01-10T18:50:53.630" v="1009" actId="26606"/>
          <ac:cxnSpMkLst>
            <pc:docMk/>
            <pc:sldMk cId="4130326508" sldId="270"/>
            <ac:cxnSpMk id="169" creationId="{4E9EA87C-793F-4321-A0BC-4DB860289DD6}"/>
          </ac:cxnSpMkLst>
        </pc:cxnChg>
      </pc:sldChg>
      <pc:sldChg chg="addSp modSp add mod">
        <pc:chgData name="miri chavay" userId="5dd12e99b5e698f7" providerId="LiveId" clId="{205375D9-E7DA-469F-BB61-F0B5F08C2B2A}" dt="2026-01-10T18:33:59.026" v="1005" actId="1076"/>
        <pc:sldMkLst>
          <pc:docMk/>
          <pc:sldMk cId="1878020025" sldId="271"/>
        </pc:sldMkLst>
        <pc:spChg chg="mod">
          <ac:chgData name="miri chavay" userId="5dd12e99b5e698f7" providerId="LiveId" clId="{205375D9-E7DA-469F-BB61-F0B5F08C2B2A}" dt="2026-01-10T18:32:15.225" v="992" actId="20577"/>
          <ac:spMkLst>
            <pc:docMk/>
            <pc:sldMk cId="1878020025" sldId="271"/>
            <ac:spMk id="2" creationId="{01092021-C8AB-0179-023B-A2E0811E657E}"/>
          </ac:spMkLst>
        </pc:spChg>
        <pc:picChg chg="add mod">
          <ac:chgData name="miri chavay" userId="5dd12e99b5e698f7" providerId="LiveId" clId="{205375D9-E7DA-469F-BB61-F0B5F08C2B2A}" dt="2026-01-10T18:33:59.026" v="1005" actId="1076"/>
          <ac:picMkLst>
            <pc:docMk/>
            <pc:sldMk cId="1878020025" sldId="271"/>
            <ac:picMk id="4" creationId="{9473F84A-7864-9FEE-EF33-53BDFBFCE8C6}"/>
          </ac:picMkLst>
        </pc:picChg>
      </pc:sldChg>
      <pc:sldChg chg="addSp delSp modSp add mod ord">
        <pc:chgData name="miri chavay" userId="5dd12e99b5e698f7" providerId="LiveId" clId="{205375D9-E7DA-469F-BB61-F0B5F08C2B2A}" dt="2026-01-19T10:53:18.409" v="4083" actId="207"/>
        <pc:sldMkLst>
          <pc:docMk/>
          <pc:sldMk cId="576311556" sldId="272"/>
        </pc:sldMkLst>
        <pc:spChg chg="add">
          <ac:chgData name="miri chavay" userId="5dd12e99b5e698f7" providerId="LiveId" clId="{205375D9-E7DA-469F-BB61-F0B5F08C2B2A}" dt="2026-01-19T10:51:11.322" v="3986"/>
          <ac:spMkLst>
            <pc:docMk/>
            <pc:sldMk cId="576311556" sldId="272"/>
            <ac:spMk id="3" creationId="{94B1AF6F-02ED-8E28-A476-488504FF1FBE}"/>
          </ac:spMkLst>
        </pc:spChg>
        <pc:spChg chg="add">
          <ac:chgData name="miri chavay" userId="5dd12e99b5e698f7" providerId="LiveId" clId="{205375D9-E7DA-469F-BB61-F0B5F08C2B2A}" dt="2026-01-19T10:51:30.099" v="3987"/>
          <ac:spMkLst>
            <pc:docMk/>
            <pc:sldMk cId="576311556" sldId="272"/>
            <ac:spMk id="5" creationId="{41408657-7873-43A1-80CC-4C4421F61AEB}"/>
          </ac:spMkLst>
        </pc:spChg>
        <pc:spChg chg="add mod">
          <ac:chgData name="miri chavay" userId="5dd12e99b5e698f7" providerId="LiveId" clId="{205375D9-E7DA-469F-BB61-F0B5F08C2B2A}" dt="2026-01-19T10:53:18.409" v="4083" actId="207"/>
          <ac:spMkLst>
            <pc:docMk/>
            <pc:sldMk cId="576311556" sldId="272"/>
            <ac:spMk id="7" creationId="{C535327C-D372-0BD8-5C7E-A368CC4F58A4}"/>
          </ac:spMkLst>
        </pc:spChg>
        <pc:picChg chg="mod">
          <ac:chgData name="miri chavay" userId="5dd12e99b5e698f7" providerId="LiveId" clId="{205375D9-E7DA-469F-BB61-F0B5F08C2B2A}" dt="2026-01-12T11:02:19.358" v="3346" actId="1037"/>
          <ac:picMkLst>
            <pc:docMk/>
            <pc:sldMk cId="576311556" sldId="272"/>
            <ac:picMk id="4" creationId="{25788BEE-C636-D3F0-9766-C3180B7123F5}"/>
          </ac:picMkLst>
        </pc:picChg>
      </pc:sldChg>
      <pc:sldChg chg="addSp delSp modSp add mod ord">
        <pc:chgData name="miri chavay" userId="5dd12e99b5e698f7" providerId="LiveId" clId="{205375D9-E7DA-469F-BB61-F0B5F08C2B2A}" dt="2026-01-19T10:59:05.779" v="4146" actId="1038"/>
        <pc:sldMkLst>
          <pc:docMk/>
          <pc:sldMk cId="936093916" sldId="273"/>
        </pc:sldMkLst>
        <pc:spChg chg="mod">
          <ac:chgData name="miri chavay" userId="5dd12e99b5e698f7" providerId="LiveId" clId="{205375D9-E7DA-469F-BB61-F0B5F08C2B2A}" dt="2026-01-11T17:18:09.298" v="1394" actId="207"/>
          <ac:spMkLst>
            <pc:docMk/>
            <pc:sldMk cId="936093916" sldId="273"/>
            <ac:spMk id="2" creationId="{1A4366AC-3891-CB8A-76A9-E6AF9DA89B16}"/>
          </ac:spMkLst>
        </pc:spChg>
        <pc:spChg chg="add mod">
          <ac:chgData name="miri chavay" userId="5dd12e99b5e698f7" providerId="LiveId" clId="{205375D9-E7DA-469F-BB61-F0B5F08C2B2A}" dt="2026-01-19T10:58:39.527" v="4111" actId="1076"/>
          <ac:spMkLst>
            <pc:docMk/>
            <pc:sldMk cId="936093916" sldId="273"/>
            <ac:spMk id="17" creationId="{9C05ABAE-931E-DD47-F8A9-439FD287EEC8}"/>
          </ac:spMkLst>
        </pc:spChg>
        <pc:spChg chg="add">
          <ac:chgData name="miri chavay" userId="5dd12e99b5e698f7" providerId="LiveId" clId="{205375D9-E7DA-469F-BB61-F0B5F08C2B2A}" dt="2026-01-11T17:17:41.440" v="1391" actId="26606"/>
          <ac:spMkLst>
            <pc:docMk/>
            <pc:sldMk cId="936093916" sldId="273"/>
            <ac:spMk id="53" creationId="{EA3B6404-C37D-4FE3-8124-9FC5ECE56273}"/>
          </ac:spMkLst>
        </pc:spChg>
        <pc:spChg chg="add">
          <ac:chgData name="miri chavay" userId="5dd12e99b5e698f7" providerId="LiveId" clId="{205375D9-E7DA-469F-BB61-F0B5F08C2B2A}" dt="2026-01-11T17:17:41.440" v="1391" actId="26606"/>
          <ac:spMkLst>
            <pc:docMk/>
            <pc:sldMk cId="936093916" sldId="273"/>
            <ac:spMk id="57" creationId="{F67B5ED5-2C08-4519-B88A-E933BAA847AA}"/>
          </ac:spMkLst>
        </pc:spChg>
        <pc:picChg chg="add del mod">
          <ac:chgData name="miri chavay" userId="5dd12e99b5e698f7" providerId="LiveId" clId="{205375D9-E7DA-469F-BB61-F0B5F08C2B2A}" dt="2026-01-19T10:30:32.243" v="3644" actId="478"/>
          <ac:picMkLst>
            <pc:docMk/>
            <pc:sldMk cId="936093916" sldId="273"/>
            <ac:picMk id="4" creationId="{A700A8B4-1BD1-3506-75BC-117ABAA6EE91}"/>
          </ac:picMkLst>
        </pc:picChg>
        <pc:picChg chg="add mod">
          <ac:chgData name="miri chavay" userId="5dd12e99b5e698f7" providerId="LiveId" clId="{205375D9-E7DA-469F-BB61-F0B5F08C2B2A}" dt="2026-01-19T10:58:48.445" v="4128" actId="1038"/>
          <ac:picMkLst>
            <pc:docMk/>
            <pc:sldMk cId="936093916" sldId="273"/>
            <ac:picMk id="5" creationId="{65F1B24A-2465-2176-4A6C-A4B190E2CB58}"/>
          </ac:picMkLst>
        </pc:picChg>
        <pc:picChg chg="add mod">
          <ac:chgData name="miri chavay" userId="5dd12e99b5e698f7" providerId="LiveId" clId="{205375D9-E7DA-469F-BB61-F0B5F08C2B2A}" dt="2026-01-19T10:59:05.779" v="4146" actId="1038"/>
          <ac:picMkLst>
            <pc:docMk/>
            <pc:sldMk cId="936093916" sldId="273"/>
            <ac:picMk id="6" creationId="{40B4D4D1-0AA9-AFE3-9814-329C31AAE523}"/>
          </ac:picMkLst>
        </pc:picChg>
        <pc:picChg chg="add mod">
          <ac:chgData name="miri chavay" userId="5dd12e99b5e698f7" providerId="LiveId" clId="{205375D9-E7DA-469F-BB61-F0B5F08C2B2A}" dt="2026-01-19T10:58:57.136" v="4134" actId="1036"/>
          <ac:picMkLst>
            <pc:docMk/>
            <pc:sldMk cId="936093916" sldId="273"/>
            <ac:picMk id="11" creationId="{60662B82-3749-BB15-A5D1-8BDA67BF8106}"/>
          </ac:picMkLst>
        </pc:picChg>
        <pc:picChg chg="add mod">
          <ac:chgData name="miri chavay" userId="5dd12e99b5e698f7" providerId="LiveId" clId="{205375D9-E7DA-469F-BB61-F0B5F08C2B2A}" dt="2026-01-19T10:58:59.450" v="4140" actId="1036"/>
          <ac:picMkLst>
            <pc:docMk/>
            <pc:sldMk cId="936093916" sldId="273"/>
            <ac:picMk id="15" creationId="{6EBA4E46-C7E4-8EC7-0EF9-159B20F084BB}"/>
          </ac:picMkLst>
        </pc:picChg>
        <pc:cxnChg chg="add">
          <ac:chgData name="miri chavay" userId="5dd12e99b5e698f7" providerId="LiveId" clId="{205375D9-E7DA-469F-BB61-F0B5F08C2B2A}" dt="2026-01-11T17:17:41.440" v="1391" actId="26606"/>
          <ac:cxnSpMkLst>
            <pc:docMk/>
            <pc:sldMk cId="936093916" sldId="273"/>
            <ac:cxnSpMk id="45" creationId="{A515E2ED-7EA9-448D-83FA-54C3DF9723BD}"/>
          </ac:cxnSpMkLst>
        </pc:cxnChg>
        <pc:cxnChg chg="add">
          <ac:chgData name="miri chavay" userId="5dd12e99b5e698f7" providerId="LiveId" clId="{205375D9-E7DA-469F-BB61-F0B5F08C2B2A}" dt="2026-01-11T17:17:41.440" v="1391" actId="26606"/>
          <ac:cxnSpMkLst>
            <pc:docMk/>
            <pc:sldMk cId="936093916" sldId="273"/>
            <ac:cxnSpMk id="51" creationId="{8550A431-0B61-421B-B4B7-24C0CFF0F938}"/>
          </ac:cxnSpMkLst>
        </pc:cxnChg>
        <pc:cxnChg chg="add">
          <ac:chgData name="miri chavay" userId="5dd12e99b5e698f7" providerId="LiveId" clId="{205375D9-E7DA-469F-BB61-F0B5F08C2B2A}" dt="2026-01-11T17:17:41.440" v="1391" actId="26606"/>
          <ac:cxnSpMkLst>
            <pc:docMk/>
            <pc:sldMk cId="936093916" sldId="273"/>
            <ac:cxnSpMk id="61" creationId="{717DE3F0-E5A7-4C2D-927E-56638086786C}"/>
          </ac:cxnSpMkLst>
        </pc:cxnChg>
        <pc:cxnChg chg="add">
          <ac:chgData name="miri chavay" userId="5dd12e99b5e698f7" providerId="LiveId" clId="{205375D9-E7DA-469F-BB61-F0B5F08C2B2A}" dt="2026-01-11T17:17:41.440" v="1391" actId="26606"/>
          <ac:cxnSpMkLst>
            <pc:docMk/>
            <pc:sldMk cId="936093916" sldId="273"/>
            <ac:cxnSpMk id="63" creationId="{4E9EA87C-793F-4321-A0BC-4DB860289DD6}"/>
          </ac:cxnSpMkLst>
        </pc:cxnChg>
      </pc:sldChg>
      <pc:sldChg chg="addSp modSp add mod">
        <pc:chgData name="miri chavay" userId="5dd12e99b5e698f7" providerId="LiveId" clId="{205375D9-E7DA-469F-BB61-F0B5F08C2B2A}" dt="2026-01-11T17:32:33.996" v="1629" actId="403"/>
        <pc:sldMkLst>
          <pc:docMk/>
          <pc:sldMk cId="1529706976" sldId="274"/>
        </pc:sldMkLst>
        <pc:spChg chg="mod">
          <ac:chgData name="miri chavay" userId="5dd12e99b5e698f7" providerId="LiveId" clId="{205375D9-E7DA-469F-BB61-F0B5F08C2B2A}" dt="2026-01-11T17:32:33.996" v="1629" actId="403"/>
          <ac:spMkLst>
            <pc:docMk/>
            <pc:sldMk cId="1529706976" sldId="274"/>
            <ac:spMk id="2" creationId="{704F3B80-0FDB-A428-F687-DB4242BED6D8}"/>
          </ac:spMkLst>
        </pc:spChg>
        <pc:picChg chg="add mod">
          <ac:chgData name="miri chavay" userId="5dd12e99b5e698f7" providerId="LiveId" clId="{205375D9-E7DA-469F-BB61-F0B5F08C2B2A}" dt="2026-01-11T17:29:14.054" v="1519" actId="1035"/>
          <ac:picMkLst>
            <pc:docMk/>
            <pc:sldMk cId="1529706976" sldId="274"/>
            <ac:picMk id="4" creationId="{6DE7C4E6-B355-2B8D-4E9B-C57219F332B5}"/>
          </ac:picMkLst>
        </pc:picChg>
      </pc:sldChg>
      <pc:sldChg chg="addSp delSp modSp add mod">
        <pc:chgData name="miri chavay" userId="5dd12e99b5e698f7" providerId="LiveId" clId="{205375D9-E7DA-469F-BB61-F0B5F08C2B2A}" dt="2026-01-14T13:33:41.708" v="3634" actId="255"/>
        <pc:sldMkLst>
          <pc:docMk/>
          <pc:sldMk cId="2925137634" sldId="275"/>
        </pc:sldMkLst>
        <pc:spChg chg="mod">
          <ac:chgData name="miri chavay" userId="5dd12e99b5e698f7" providerId="LiveId" clId="{205375D9-E7DA-469F-BB61-F0B5F08C2B2A}" dt="2026-01-14T13:33:41.708" v="3634" actId="255"/>
          <ac:spMkLst>
            <pc:docMk/>
            <pc:sldMk cId="2925137634" sldId="275"/>
            <ac:spMk id="2" creationId="{21350CBE-A76D-C033-B8F3-2569B6F82C07}"/>
          </ac:spMkLst>
        </pc:spChg>
        <pc:spChg chg="add">
          <ac:chgData name="miri chavay" userId="5dd12e99b5e698f7" providerId="LiveId" clId="{205375D9-E7DA-469F-BB61-F0B5F08C2B2A}" dt="2026-01-11T17:37:00.461" v="1730" actId="26606"/>
          <ac:spMkLst>
            <pc:docMk/>
            <pc:sldMk cId="2925137634" sldId="275"/>
            <ac:spMk id="53" creationId="{2B78D151-52A1-46B3-8374-570DA802E9A5}"/>
          </ac:spMkLst>
        </pc:spChg>
        <pc:spChg chg="add">
          <ac:chgData name="miri chavay" userId="5dd12e99b5e698f7" providerId="LiveId" clId="{205375D9-E7DA-469F-BB61-F0B5F08C2B2A}" dt="2026-01-11T17:37:00.461" v="1730" actId="26606"/>
          <ac:spMkLst>
            <pc:docMk/>
            <pc:sldMk cId="2925137634" sldId="275"/>
            <ac:spMk id="55" creationId="{4812B206-25E9-4F8B-AED7-8353BA6254B7}"/>
          </ac:spMkLst>
        </pc:spChg>
        <pc:picChg chg="add mod">
          <ac:chgData name="miri chavay" userId="5dd12e99b5e698f7" providerId="LiveId" clId="{205375D9-E7DA-469F-BB61-F0B5F08C2B2A}" dt="2026-01-11T17:37:00.461" v="1730" actId="26606"/>
          <ac:picMkLst>
            <pc:docMk/>
            <pc:sldMk cId="2925137634" sldId="275"/>
            <ac:picMk id="7" creationId="{C14DC1AA-8741-E9FA-E24F-3F162310E907}"/>
          </ac:picMkLst>
        </pc:picChg>
        <pc:picChg chg="add mod">
          <ac:chgData name="miri chavay" userId="5dd12e99b5e698f7" providerId="LiveId" clId="{205375D9-E7DA-469F-BB61-F0B5F08C2B2A}" dt="2026-01-11T17:37:00.461" v="1730" actId="26606"/>
          <ac:picMkLst>
            <pc:docMk/>
            <pc:sldMk cId="2925137634" sldId="275"/>
            <ac:picMk id="11" creationId="{F50C5F73-ABFC-9575-0A7F-B3940360E9CA}"/>
          </ac:picMkLst>
        </pc:picChg>
        <pc:cxnChg chg="add">
          <ac:chgData name="miri chavay" userId="5dd12e99b5e698f7" providerId="LiveId" clId="{205375D9-E7DA-469F-BB61-F0B5F08C2B2A}" dt="2026-01-11T17:37:00.461" v="1730" actId="26606"/>
          <ac:cxnSpMkLst>
            <pc:docMk/>
            <pc:sldMk cId="2925137634" sldId="275"/>
            <ac:cxnSpMk id="47" creationId="{20595356-EABD-4767-AC9D-EA21FF115EC0}"/>
          </ac:cxnSpMkLst>
        </pc:cxnChg>
      </pc:sldChg>
      <pc:sldChg chg="addSp delSp modSp add mod ord">
        <pc:chgData name="miri chavay" userId="5dd12e99b5e698f7" providerId="LiveId" clId="{205375D9-E7DA-469F-BB61-F0B5F08C2B2A}" dt="2026-01-14T13:33:49.185" v="3635" actId="255"/>
        <pc:sldMkLst>
          <pc:docMk/>
          <pc:sldMk cId="1700568968" sldId="276"/>
        </pc:sldMkLst>
        <pc:spChg chg="mod">
          <ac:chgData name="miri chavay" userId="5dd12e99b5e698f7" providerId="LiveId" clId="{205375D9-E7DA-469F-BB61-F0B5F08C2B2A}" dt="2026-01-14T13:33:49.185" v="3635" actId="255"/>
          <ac:spMkLst>
            <pc:docMk/>
            <pc:sldMk cId="1700568968" sldId="276"/>
            <ac:spMk id="2" creationId="{2F2869C3-D290-5EFC-AEA9-6E212B1C5F28}"/>
          </ac:spMkLst>
        </pc:spChg>
        <pc:spChg chg="add mod">
          <ac:chgData name="miri chavay" userId="5dd12e99b5e698f7" providerId="LiveId" clId="{205375D9-E7DA-469F-BB61-F0B5F08C2B2A}" dt="2026-01-13T09:44:30.938" v="3485" actId="14100"/>
          <ac:spMkLst>
            <pc:docMk/>
            <pc:sldMk cId="1700568968" sldId="276"/>
            <ac:spMk id="7" creationId="{DD0F9E13-34F7-CEEE-4CAA-2D08D9AFA3B1}"/>
          </ac:spMkLst>
        </pc:spChg>
        <pc:spChg chg="add mod">
          <ac:chgData name="miri chavay" userId="5dd12e99b5e698f7" providerId="LiveId" clId="{205375D9-E7DA-469F-BB61-F0B5F08C2B2A}" dt="2026-01-11T18:07:04.543" v="2240" actId="1037"/>
          <ac:spMkLst>
            <pc:docMk/>
            <pc:sldMk cId="1700568968" sldId="276"/>
            <ac:spMk id="10" creationId="{B8891610-0A1B-F7EC-746D-B5912BA5A3A0}"/>
          </ac:spMkLst>
        </pc:spChg>
        <pc:spChg chg="add mod">
          <ac:chgData name="miri chavay" userId="5dd12e99b5e698f7" providerId="LiveId" clId="{205375D9-E7DA-469F-BB61-F0B5F08C2B2A}" dt="2026-01-11T18:07:14.912" v="2253" actId="1076"/>
          <ac:spMkLst>
            <pc:docMk/>
            <pc:sldMk cId="1700568968" sldId="276"/>
            <ac:spMk id="24" creationId="{2356334B-E6A7-88CD-30BB-EACECB07294B}"/>
          </ac:spMkLst>
        </pc:spChg>
        <pc:spChg chg="add mod">
          <ac:chgData name="miri chavay" userId="5dd12e99b5e698f7" providerId="LiveId" clId="{205375D9-E7DA-469F-BB61-F0B5F08C2B2A}" dt="2026-01-11T18:07:28.213" v="2278" actId="1076"/>
          <ac:spMkLst>
            <pc:docMk/>
            <pc:sldMk cId="1700568968" sldId="276"/>
            <ac:spMk id="25" creationId="{6E489B81-1B09-4E80-6D63-7C014C365C19}"/>
          </ac:spMkLst>
        </pc:spChg>
        <pc:picChg chg="add mod">
          <ac:chgData name="miri chavay" userId="5dd12e99b5e698f7" providerId="LiveId" clId="{205375D9-E7DA-469F-BB61-F0B5F08C2B2A}" dt="2026-01-11T18:06:02.622" v="2213" actId="14100"/>
          <ac:picMkLst>
            <pc:docMk/>
            <pc:sldMk cId="1700568968" sldId="276"/>
            <ac:picMk id="16" creationId="{3C5469C2-051E-FFFD-A25C-BE810A27B080}"/>
          </ac:picMkLst>
        </pc:picChg>
        <pc:picChg chg="add mod">
          <ac:chgData name="miri chavay" userId="5dd12e99b5e698f7" providerId="LiveId" clId="{205375D9-E7DA-469F-BB61-F0B5F08C2B2A}" dt="2026-01-11T18:07:08.393" v="2252" actId="1037"/>
          <ac:picMkLst>
            <pc:docMk/>
            <pc:sldMk cId="1700568968" sldId="276"/>
            <ac:picMk id="18" creationId="{3FCD8A5E-6637-9FA4-3D19-BAFE8FE83C34}"/>
          </ac:picMkLst>
        </pc:picChg>
        <pc:picChg chg="add mod">
          <ac:chgData name="miri chavay" userId="5dd12e99b5e698f7" providerId="LiveId" clId="{205375D9-E7DA-469F-BB61-F0B5F08C2B2A}" dt="2026-01-11T18:07:19.242" v="2277" actId="1037"/>
          <ac:picMkLst>
            <pc:docMk/>
            <pc:sldMk cId="1700568968" sldId="276"/>
            <ac:picMk id="20" creationId="{5CF9EC8A-0204-73FB-C045-7031FDC217C7}"/>
          </ac:picMkLst>
        </pc:picChg>
        <pc:picChg chg="add mod">
          <ac:chgData name="miri chavay" userId="5dd12e99b5e698f7" providerId="LiveId" clId="{205375D9-E7DA-469F-BB61-F0B5F08C2B2A}" dt="2026-01-11T18:07:36.475" v="2298" actId="1035"/>
          <ac:picMkLst>
            <pc:docMk/>
            <pc:sldMk cId="1700568968" sldId="276"/>
            <ac:picMk id="22" creationId="{6112341B-1160-F8F5-2D4B-B1102A289D1A}"/>
          </ac:picMkLst>
        </pc:picChg>
        <pc:cxnChg chg="mod">
          <ac:chgData name="miri chavay" userId="5dd12e99b5e698f7" providerId="LiveId" clId="{205375D9-E7DA-469F-BB61-F0B5F08C2B2A}" dt="2026-01-11T18:06:53.290" v="2220" actId="478"/>
          <ac:cxnSpMkLst>
            <pc:docMk/>
            <pc:sldMk cId="1700568968" sldId="276"/>
            <ac:cxnSpMk id="59" creationId="{23611FFB-CD61-0CD9-ED47-7DEF81A75F26}"/>
          </ac:cxnSpMkLst>
        </pc:cxnChg>
      </pc:sldChg>
      <pc:sldChg chg="addSp delSp modSp add mod">
        <pc:chgData name="miri chavay" userId="5dd12e99b5e698f7" providerId="LiveId" clId="{205375D9-E7DA-469F-BB61-F0B5F08C2B2A}" dt="2026-01-14T13:34:21.650" v="3643" actId="403"/>
        <pc:sldMkLst>
          <pc:docMk/>
          <pc:sldMk cId="3849505270" sldId="277"/>
        </pc:sldMkLst>
        <pc:spChg chg="mod ord">
          <ac:chgData name="miri chavay" userId="5dd12e99b5e698f7" providerId="LiveId" clId="{205375D9-E7DA-469F-BB61-F0B5F08C2B2A}" dt="2026-01-14T13:34:21.650" v="3643" actId="403"/>
          <ac:spMkLst>
            <pc:docMk/>
            <pc:sldMk cId="3849505270" sldId="277"/>
            <ac:spMk id="2" creationId="{112A3039-6754-782E-2C4A-B81C5D077EE0}"/>
          </ac:spMkLst>
        </pc:spChg>
        <pc:spChg chg="add">
          <ac:chgData name="miri chavay" userId="5dd12e99b5e698f7" providerId="LiveId" clId="{205375D9-E7DA-469F-BB61-F0B5F08C2B2A}" dt="2026-01-12T10:07:32.532" v="3001" actId="26606"/>
          <ac:spMkLst>
            <pc:docMk/>
            <pc:sldMk cId="3849505270" sldId="277"/>
            <ac:spMk id="102" creationId="{2096EABF-579F-4307-8952-04905085F4C9}"/>
          </ac:spMkLst>
        </pc:spChg>
        <pc:spChg chg="add">
          <ac:chgData name="miri chavay" userId="5dd12e99b5e698f7" providerId="LiveId" clId="{205375D9-E7DA-469F-BB61-F0B5F08C2B2A}" dt="2026-01-12T10:07:32.532" v="3001" actId="26606"/>
          <ac:spMkLst>
            <pc:docMk/>
            <pc:sldMk cId="3849505270" sldId="277"/>
            <ac:spMk id="103" creationId="{233D9D3E-2FB8-42AA-B5E5-1EAB4DA92074}"/>
          </ac:spMkLst>
        </pc:spChg>
        <pc:picChg chg="add mod">
          <ac:chgData name="miri chavay" userId="5dd12e99b5e698f7" providerId="LiveId" clId="{205375D9-E7DA-469F-BB61-F0B5F08C2B2A}" dt="2026-01-12T10:07:49.472" v="3009" actId="1076"/>
          <ac:picMkLst>
            <pc:docMk/>
            <pc:sldMk cId="3849505270" sldId="277"/>
            <ac:picMk id="6" creationId="{9007D342-F6C8-9BA3-13F9-E53E274C277C}"/>
          </ac:picMkLst>
        </pc:picChg>
        <pc:cxnChg chg="add">
          <ac:chgData name="miri chavay" userId="5dd12e99b5e698f7" providerId="LiveId" clId="{205375D9-E7DA-469F-BB61-F0B5F08C2B2A}" dt="2026-01-12T10:07:32.532" v="3001" actId="26606"/>
          <ac:cxnSpMkLst>
            <pc:docMk/>
            <pc:sldMk cId="3849505270" sldId="277"/>
            <ac:cxnSpMk id="95" creationId="{4436E0F2-A64B-471E-93C0-8DFE08CC57C8}"/>
          </ac:cxnSpMkLst>
        </pc:cxnChg>
        <pc:cxnChg chg="add">
          <ac:chgData name="miri chavay" userId="5dd12e99b5e698f7" providerId="LiveId" clId="{205375D9-E7DA-469F-BB61-F0B5F08C2B2A}" dt="2026-01-12T10:07:32.532" v="3001" actId="26606"/>
          <ac:cxnSpMkLst>
            <pc:docMk/>
            <pc:sldMk cId="3849505270" sldId="277"/>
            <ac:cxnSpMk id="100" creationId="{28CD9F06-9628-469C-B788-A894E3E08281}"/>
          </ac:cxnSpMkLst>
        </pc:cxnChg>
        <pc:cxnChg chg="add">
          <ac:chgData name="miri chavay" userId="5dd12e99b5e698f7" providerId="LiveId" clId="{205375D9-E7DA-469F-BB61-F0B5F08C2B2A}" dt="2026-01-12T10:07:32.532" v="3001" actId="26606"/>
          <ac:cxnSpMkLst>
            <pc:docMk/>
            <pc:sldMk cId="3849505270" sldId="277"/>
            <ac:cxnSpMk id="104" creationId="{69FBE6D3-8499-4BE7-8C12-1BA9F0150EFE}"/>
          </ac:cxnSpMkLst>
        </pc:cxnChg>
      </pc:sldChg>
      <pc:sldChg chg="modSp add ord">
        <pc:chgData name="miri chavay" userId="5dd12e99b5e698f7" providerId="LiveId" clId="{205375D9-E7DA-469F-BB61-F0B5F08C2B2A}" dt="2026-01-13T15:50:36.665" v="3507"/>
        <pc:sldMkLst>
          <pc:docMk/>
          <pc:sldMk cId="1191691259" sldId="278"/>
        </pc:sldMkLst>
        <pc:spChg chg="mod">
          <ac:chgData name="miri chavay" userId="5dd12e99b5e698f7" providerId="LiveId" clId="{205375D9-E7DA-469F-BB61-F0B5F08C2B2A}" dt="2026-01-11T17:40:25.666" v="1791" actId="20577"/>
          <ac:spMkLst>
            <pc:docMk/>
            <pc:sldMk cId="1191691259" sldId="278"/>
            <ac:spMk id="2" creationId="{72B90CCC-A61A-6824-BF41-91547A8CCB09}"/>
          </ac:spMkLst>
        </pc:spChg>
      </pc:sldChg>
      <pc:sldChg chg="addSp delSp modSp add mod ord">
        <pc:chgData name="miri chavay" userId="5dd12e99b5e698f7" providerId="LiveId" clId="{205375D9-E7DA-469F-BB61-F0B5F08C2B2A}" dt="2026-01-13T15:50:12.649" v="3503"/>
        <pc:sldMkLst>
          <pc:docMk/>
          <pc:sldMk cId="2891088544" sldId="279"/>
        </pc:sldMkLst>
        <pc:spChg chg="mod">
          <ac:chgData name="miri chavay" userId="5dd12e99b5e698f7" providerId="LiveId" clId="{205375D9-E7DA-469F-BB61-F0B5F08C2B2A}" dt="2026-01-12T09:52:54.011" v="2639" actId="20577"/>
          <ac:spMkLst>
            <pc:docMk/>
            <pc:sldMk cId="2891088544" sldId="279"/>
            <ac:spMk id="2" creationId="{A173CA3E-C841-A864-25A0-B42A6F58D158}"/>
          </ac:spMkLst>
        </pc:spChg>
        <pc:picChg chg="add mod">
          <ac:chgData name="miri chavay" userId="5dd12e99b5e698f7" providerId="LiveId" clId="{205375D9-E7DA-469F-BB61-F0B5F08C2B2A}" dt="2026-01-12T09:53:54.941" v="2644" actId="1076"/>
          <ac:picMkLst>
            <pc:docMk/>
            <pc:sldMk cId="2891088544" sldId="279"/>
            <ac:picMk id="4" creationId="{17A6BF40-9F99-0DA3-7918-98BA7613497B}"/>
          </ac:picMkLst>
        </pc:picChg>
      </pc:sldChg>
      <pc:sldChg chg="addSp delSp modSp new del mod">
        <pc:chgData name="miri chavay" userId="5dd12e99b5e698f7" providerId="LiveId" clId="{205375D9-E7DA-469F-BB61-F0B5F08C2B2A}" dt="2026-01-19T11:20:40.494" v="4175" actId="2696"/>
        <pc:sldMkLst>
          <pc:docMk/>
          <pc:sldMk cId="651656000" sldId="280"/>
        </pc:sldMkLst>
        <pc:spChg chg="add del mod">
          <ac:chgData name="miri chavay" userId="5dd12e99b5e698f7" providerId="LiveId" clId="{205375D9-E7DA-469F-BB61-F0B5F08C2B2A}" dt="2026-01-19T11:20:34.622" v="4174" actId="478"/>
          <ac:spMkLst>
            <pc:docMk/>
            <pc:sldMk cId="651656000" sldId="280"/>
            <ac:spMk id="3" creationId="{7A12BEC5-48DD-65BA-CE42-AE716A97F543}"/>
          </ac:spMkLst>
        </pc:spChg>
      </pc:sldChg>
      <pc:sldChg chg="modSp add mod">
        <pc:chgData name="miri chavay" userId="5dd12e99b5e698f7" providerId="LiveId" clId="{205375D9-E7DA-469F-BB61-F0B5F08C2B2A}" dt="2026-01-19T11:24:04.353" v="4202" actId="2710"/>
        <pc:sldMkLst>
          <pc:docMk/>
          <pc:sldMk cId="1136859757" sldId="280"/>
        </pc:sldMkLst>
        <pc:spChg chg="mod">
          <ac:chgData name="miri chavay" userId="5dd12e99b5e698f7" providerId="LiveId" clId="{205375D9-E7DA-469F-BB61-F0B5F08C2B2A}" dt="2026-01-19T11:21:12.439" v="4194" actId="20577"/>
          <ac:spMkLst>
            <pc:docMk/>
            <pc:sldMk cId="1136859757" sldId="280"/>
            <ac:spMk id="2" creationId="{FAF5024C-7B1B-2191-2A1C-C877C01EB1D7}"/>
          </ac:spMkLst>
        </pc:spChg>
        <pc:spChg chg="mod">
          <ac:chgData name="miri chavay" userId="5dd12e99b5e698f7" providerId="LiveId" clId="{205375D9-E7DA-469F-BB61-F0B5F08C2B2A}" dt="2026-01-19T11:24:04.353" v="4202" actId="2710"/>
          <ac:spMkLst>
            <pc:docMk/>
            <pc:sldMk cId="1136859757" sldId="280"/>
            <ac:spMk id="132" creationId="{A856289F-DFA9-9720-7209-D4B25C700B6B}"/>
          </ac:spMkLst>
        </pc:spChg>
      </pc:sldChg>
      <pc:sldChg chg="new del">
        <pc:chgData name="miri chavay" userId="5dd12e99b5e698f7" providerId="LiveId" clId="{205375D9-E7DA-469F-BB61-F0B5F08C2B2A}" dt="2026-01-19T11:20:50.064" v="4177" actId="47"/>
        <pc:sldMkLst>
          <pc:docMk/>
          <pc:sldMk cId="1364759953" sldId="280"/>
        </pc:sldMkLst>
      </pc:sldChg>
      <pc:sldChg chg="new del">
        <pc:chgData name="miri chavay" userId="5dd12e99b5e698f7" providerId="LiveId" clId="{205375D9-E7DA-469F-BB61-F0B5F08C2B2A}" dt="2026-01-19T11:20:23.898" v="4172" actId="47"/>
        <pc:sldMkLst>
          <pc:docMk/>
          <pc:sldMk cId="2994151187" sldId="281"/>
        </pc:sldMkLst>
      </pc:sldChg>
      <pc:sldMasterChg chg="add addSldLayout modSldLayout sldLayoutOrd">
        <pc:chgData name="miri chavay" userId="5dd12e99b5e698f7" providerId="LiveId" clId="{205375D9-E7DA-469F-BB61-F0B5F08C2B2A}" dt="2026-01-03T15:10:02.559" v="166"/>
        <pc:sldMasterMkLst>
          <pc:docMk/>
          <pc:sldMasterMk cId="3943402393" sldId="2147483735"/>
        </pc:sldMasterMkLst>
        <pc:sldLayoutChg chg="add ord">
          <pc:chgData name="miri chavay" userId="5dd12e99b5e698f7" providerId="LiveId" clId="{205375D9-E7DA-469F-BB61-F0B5F08C2B2A}" dt="2026-01-03T15:09:48.812" v="164" actId="20578"/>
          <pc:sldLayoutMkLst>
            <pc:docMk/>
            <pc:sldMasterMk cId="3943402393" sldId="2147483735"/>
            <pc:sldLayoutMk cId="2908703957" sldId="2147483724"/>
          </pc:sldLayoutMkLst>
        </pc:sldLayoutChg>
        <pc:sldLayoutChg chg="add">
          <pc:chgData name="miri chavay" userId="5dd12e99b5e698f7" providerId="LiveId" clId="{205375D9-E7DA-469F-BB61-F0B5F08C2B2A}" dt="2026-01-01T14:55:54.600" v="3" actId="26606"/>
          <pc:sldLayoutMkLst>
            <pc:docMk/>
            <pc:sldMasterMk cId="3943402393" sldId="2147483735"/>
            <pc:sldLayoutMk cId="3595992657" sldId="2147483725"/>
          </pc:sldLayoutMkLst>
        </pc:sldLayoutChg>
        <pc:sldLayoutChg chg="add">
          <pc:chgData name="miri chavay" userId="5dd12e99b5e698f7" providerId="LiveId" clId="{205375D9-E7DA-469F-BB61-F0B5F08C2B2A}" dt="2026-01-01T14:55:54.600" v="3" actId="26606"/>
          <pc:sldLayoutMkLst>
            <pc:docMk/>
            <pc:sldMasterMk cId="3943402393" sldId="2147483735"/>
            <pc:sldLayoutMk cId="1963234308" sldId="2147483726"/>
          </pc:sldLayoutMkLst>
        </pc:sldLayoutChg>
        <pc:sldLayoutChg chg="add">
          <pc:chgData name="miri chavay" userId="5dd12e99b5e698f7" providerId="LiveId" clId="{205375D9-E7DA-469F-BB61-F0B5F08C2B2A}" dt="2026-01-01T14:55:54.600" v="3" actId="26606"/>
          <pc:sldLayoutMkLst>
            <pc:docMk/>
            <pc:sldMasterMk cId="3943402393" sldId="2147483735"/>
            <pc:sldLayoutMk cId="195990872" sldId="2147483727"/>
          </pc:sldLayoutMkLst>
        </pc:sldLayoutChg>
        <pc:sldLayoutChg chg="add">
          <pc:chgData name="miri chavay" userId="5dd12e99b5e698f7" providerId="LiveId" clId="{205375D9-E7DA-469F-BB61-F0B5F08C2B2A}" dt="2026-01-01T14:55:54.600" v="3" actId="26606"/>
          <pc:sldLayoutMkLst>
            <pc:docMk/>
            <pc:sldMasterMk cId="3943402393" sldId="2147483735"/>
            <pc:sldLayoutMk cId="699072561" sldId="2147483728"/>
          </pc:sldLayoutMkLst>
        </pc:sldLayoutChg>
        <pc:sldLayoutChg chg="add">
          <pc:chgData name="miri chavay" userId="5dd12e99b5e698f7" providerId="LiveId" clId="{205375D9-E7DA-469F-BB61-F0B5F08C2B2A}" dt="2026-01-01T14:55:54.600" v="3" actId="26606"/>
          <pc:sldLayoutMkLst>
            <pc:docMk/>
            <pc:sldMasterMk cId="3943402393" sldId="2147483735"/>
            <pc:sldLayoutMk cId="2122540176" sldId="2147483729"/>
          </pc:sldLayoutMkLst>
        </pc:sldLayoutChg>
        <pc:sldLayoutChg chg="add">
          <pc:chgData name="miri chavay" userId="5dd12e99b5e698f7" providerId="LiveId" clId="{205375D9-E7DA-469F-BB61-F0B5F08C2B2A}" dt="2026-01-01T14:55:54.600" v="3" actId="26606"/>
          <pc:sldLayoutMkLst>
            <pc:docMk/>
            <pc:sldMasterMk cId="3943402393" sldId="2147483735"/>
            <pc:sldLayoutMk cId="3295414958" sldId="2147483730"/>
          </pc:sldLayoutMkLst>
        </pc:sldLayoutChg>
        <pc:sldLayoutChg chg="add">
          <pc:chgData name="miri chavay" userId="5dd12e99b5e698f7" providerId="LiveId" clId="{205375D9-E7DA-469F-BB61-F0B5F08C2B2A}" dt="2026-01-01T14:55:54.600" v="3" actId="26606"/>
          <pc:sldLayoutMkLst>
            <pc:docMk/>
            <pc:sldMasterMk cId="3943402393" sldId="2147483735"/>
            <pc:sldLayoutMk cId="3183934319" sldId="2147483731"/>
          </pc:sldLayoutMkLst>
        </pc:sldLayoutChg>
        <pc:sldLayoutChg chg="add">
          <pc:chgData name="miri chavay" userId="5dd12e99b5e698f7" providerId="LiveId" clId="{205375D9-E7DA-469F-BB61-F0B5F08C2B2A}" dt="2026-01-01T14:55:54.600" v="3" actId="26606"/>
          <pc:sldLayoutMkLst>
            <pc:docMk/>
            <pc:sldMasterMk cId="3943402393" sldId="2147483735"/>
            <pc:sldLayoutMk cId="280188274" sldId="2147483732"/>
          </pc:sldLayoutMkLst>
        </pc:sldLayoutChg>
        <pc:sldLayoutChg chg="addSp delSp modSp add mod">
          <pc:chgData name="miri chavay" userId="5dd12e99b5e698f7" providerId="LiveId" clId="{205375D9-E7DA-469F-BB61-F0B5F08C2B2A}" dt="2026-01-03T15:10:02.559" v="166"/>
          <pc:sldLayoutMkLst>
            <pc:docMk/>
            <pc:sldMasterMk cId="3943402393" sldId="2147483735"/>
            <pc:sldLayoutMk cId="3705345547" sldId="2147483733"/>
          </pc:sldLayoutMkLst>
          <pc:picChg chg="add mod">
            <ac:chgData name="miri chavay" userId="5dd12e99b5e698f7" providerId="LiveId" clId="{205375D9-E7DA-469F-BB61-F0B5F08C2B2A}" dt="2026-01-03T15:10:02.559" v="166"/>
            <ac:picMkLst>
              <pc:docMk/>
              <pc:sldMasterMk cId="3943402393" sldId="2147483735"/>
              <pc:sldLayoutMk cId="3705345547" sldId="2147483733"/>
              <ac:picMk id="7" creationId="{4066CD35-6264-4718-C135-A59DB2319971}"/>
            </ac:picMkLst>
          </pc:picChg>
        </pc:sldLayoutChg>
        <pc:sldLayoutChg chg="add">
          <pc:chgData name="miri chavay" userId="5dd12e99b5e698f7" providerId="LiveId" clId="{205375D9-E7DA-469F-BB61-F0B5F08C2B2A}" dt="2026-01-01T14:55:54.600" v="3" actId="26606"/>
          <pc:sldLayoutMkLst>
            <pc:docMk/>
            <pc:sldMasterMk cId="3943402393" sldId="2147483735"/>
            <pc:sldLayoutMk cId="2149115737" sldId="2147483734"/>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0DB3-A8FF-4ABB-9E2E-D960422260EB}"/>
              </a:ext>
            </a:extLst>
          </p:cNvPr>
          <p:cNvSpPr>
            <a:spLocks noGrp="1"/>
          </p:cNvSpPr>
          <p:nvPr>
            <p:ph type="ctrTitle"/>
          </p:nvPr>
        </p:nvSpPr>
        <p:spPr>
          <a:xfrm>
            <a:off x="1524000" y="1122363"/>
            <a:ext cx="9144000" cy="3025308"/>
          </a:xfrm>
        </p:spPr>
        <p:txBody>
          <a:bodyPr anchor="b"/>
          <a:lstStyle>
            <a:lvl1pPr algn="ctr">
              <a:defRPr sz="6600"/>
            </a:lvl1pPr>
          </a:lstStyle>
          <a:p>
            <a:r>
              <a:rPr lang="en-US" dirty="0"/>
              <a:t>Click to edit Master title style</a:t>
            </a:r>
          </a:p>
        </p:txBody>
      </p:sp>
      <p:sp>
        <p:nvSpPr>
          <p:cNvPr id="3" name="Subtitle 2">
            <a:extLst>
              <a:ext uri="{FF2B5EF4-FFF2-40B4-BE49-F238E27FC236}">
                <a16:creationId xmlns:a16="http://schemas.microsoft.com/office/drawing/2014/main" id="{8BEE0618-75D7-410F-859C-CDF53BC53E85}"/>
              </a:ext>
            </a:extLst>
          </p:cNvPr>
          <p:cNvSpPr>
            <a:spLocks noGrp="1"/>
          </p:cNvSpPr>
          <p:nvPr>
            <p:ph type="subTitle" idx="1"/>
          </p:nvPr>
        </p:nvSpPr>
        <p:spPr>
          <a:xfrm>
            <a:off x="1524000" y="4386729"/>
            <a:ext cx="9144000" cy="1135529"/>
          </a:xfrm>
        </p:spPr>
        <p:txBody>
          <a:bodyPr>
            <a:normAutofit/>
          </a:bodyPr>
          <a:lstStyle>
            <a:lvl1pPr marL="0" indent="0" algn="ctr">
              <a:lnSpc>
                <a:spcPct val="12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5237F11-76DB-4DD9-9747-3F38D05BA0FE}"/>
              </a:ext>
            </a:extLst>
          </p:cNvPr>
          <p:cNvSpPr>
            <a:spLocks noGrp="1"/>
          </p:cNvSpPr>
          <p:nvPr>
            <p:ph type="dt" sz="half" idx="10"/>
          </p:nvPr>
        </p:nvSpPr>
        <p:spPr/>
        <p:txBody>
          <a:bodyPr/>
          <a:lstStyle/>
          <a:p>
            <a:fld id="{11EAACC7-3B3F-47D1-959A-EF58926E955E}" type="datetimeFigureOut">
              <a:rPr lang="en-US" smtClean="0"/>
              <a:t>1/19/2026</a:t>
            </a:fld>
            <a:endParaRPr lang="en-US"/>
          </a:p>
        </p:txBody>
      </p:sp>
      <p:sp>
        <p:nvSpPr>
          <p:cNvPr id="5" name="Footer Placeholder 4">
            <a:extLst>
              <a:ext uri="{FF2B5EF4-FFF2-40B4-BE49-F238E27FC236}">
                <a16:creationId xmlns:a16="http://schemas.microsoft.com/office/drawing/2014/main" id="{3059F581-81B0-44B3-ABA5-A25CA4BAE4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0D591-ADCF-4300-8282-72AE357F3D2D}"/>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280188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55E4A6B-1966-4E57-9FB8-8B111E97BC11}"/>
              </a:ext>
            </a:extLst>
          </p:cNvPr>
          <p:cNvSpPr>
            <a:spLocks noGrp="1"/>
          </p:cNvSpPr>
          <p:nvPr>
            <p:ph type="dt" sz="half" idx="10"/>
          </p:nvPr>
        </p:nvSpPr>
        <p:spPr/>
        <p:txBody>
          <a:bodyPr/>
          <a:lstStyle/>
          <a:p>
            <a:fld id="{11EAACC7-3B3F-47D1-959A-EF58926E955E}" type="datetimeFigureOut">
              <a:rPr lang="en-US" smtClean="0"/>
              <a:t>1/19/2026</a:t>
            </a:fld>
            <a:endParaRPr lang="en-US" dirty="0"/>
          </a:p>
        </p:txBody>
      </p:sp>
      <p:sp>
        <p:nvSpPr>
          <p:cNvPr id="5" name="Footer Placeholder 4">
            <a:extLst>
              <a:ext uri="{FF2B5EF4-FFF2-40B4-BE49-F238E27FC236}">
                <a16:creationId xmlns:a16="http://schemas.microsoft.com/office/drawing/2014/main" id="{133FC3DD-F2BE-41FF-895B-00129AAB1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F830C-8424-4FAF-A011-605AE1D147FC}"/>
              </a:ext>
            </a:extLst>
          </p:cNvPr>
          <p:cNvSpPr>
            <a:spLocks noGrp="1"/>
          </p:cNvSpPr>
          <p:nvPr>
            <p:ph type="sldNum" sz="quarter" idx="12"/>
          </p:nvPr>
        </p:nvSpPr>
        <p:spPr/>
        <p:txBody>
          <a:bodyPr/>
          <a:lstStyle/>
          <a:p>
            <a:fld id="{312CC964-A50B-4C29-B4E4-2C30BB34CCF3}" type="slidenum">
              <a:rPr lang="en-US" smtClean="0"/>
              <a:t>‹#›</a:t>
            </a:fld>
            <a:endParaRPr lang="en-US"/>
          </a:p>
        </p:txBody>
      </p:sp>
      <p:pic>
        <p:nvPicPr>
          <p:cNvPr id="7" name="Picture 4" descr="Brain outline vector illustration 20 | Premium AI-generated vector">
            <a:extLst>
              <a:ext uri="{FF2B5EF4-FFF2-40B4-BE49-F238E27FC236}">
                <a16:creationId xmlns:a16="http://schemas.microsoft.com/office/drawing/2014/main" id="{4066CD35-6264-4718-C135-A59DB2319971}"/>
              </a:ext>
            </a:extLst>
          </p:cNvPr>
          <p:cNvPicPr>
            <a:picLocks noChangeAspect="1" noChangeArrowheads="1"/>
          </p:cNvPicPr>
          <p:nvPr userDrawn="1"/>
        </p:nvPicPr>
        <p:blipFill>
          <a:blip r:embed="rId2">
            <a:alphaModFix amt="9000"/>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p:spPr>
      </p:pic>
    </p:spTree>
    <p:extLst>
      <p:ext uri="{BB962C8B-B14F-4D97-AF65-F5344CB8AC3E}">
        <p14:creationId xmlns:p14="http://schemas.microsoft.com/office/powerpoint/2010/main" val="3705345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1BE8-ECC1-4027-B16E-C7BECCA9DF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6C7E1-471A-46AA-8068-98E68C0C20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7C9F8F-EC48-4D16-B4C6-023A7B607BE6}"/>
              </a:ext>
            </a:extLst>
          </p:cNvPr>
          <p:cNvSpPr>
            <a:spLocks noGrp="1"/>
          </p:cNvSpPr>
          <p:nvPr>
            <p:ph type="dt" sz="half" idx="10"/>
          </p:nvPr>
        </p:nvSpPr>
        <p:spPr/>
        <p:txBody>
          <a:bodyPr/>
          <a:lstStyle/>
          <a:p>
            <a:fld id="{11EAACC7-3B3F-47D1-959A-EF58926E955E}" type="datetimeFigureOut">
              <a:rPr lang="en-US" smtClean="0"/>
              <a:t>1/19/2026</a:t>
            </a:fld>
            <a:endParaRPr lang="en-US"/>
          </a:p>
        </p:txBody>
      </p:sp>
      <p:sp>
        <p:nvSpPr>
          <p:cNvPr id="5" name="Footer Placeholder 4">
            <a:extLst>
              <a:ext uri="{FF2B5EF4-FFF2-40B4-BE49-F238E27FC236}">
                <a16:creationId xmlns:a16="http://schemas.microsoft.com/office/drawing/2014/main" id="{B79FA5B3-F726-417B-932A-B93E0C8F5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D21F1-1A24-43EA-AB09-3024C491E8FB}"/>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2149115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C843-C993-4E9C-80DD-3620816E56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91A8E3-B066-4511-9C6E-A3435B64DD88}"/>
              </a:ext>
            </a:extLst>
          </p:cNvPr>
          <p:cNvSpPr>
            <a:spLocks noGrp="1"/>
          </p:cNvSpPr>
          <p:nvPr>
            <p:ph type="body" idx="1"/>
          </p:nvPr>
        </p:nvSpPr>
        <p:spPr>
          <a:xfrm>
            <a:off x="839788" y="1734325"/>
            <a:ext cx="5157787"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86B63-4102-4802-94D7-F138F80F3E19}"/>
              </a:ext>
            </a:extLst>
          </p:cNvPr>
          <p:cNvSpPr>
            <a:spLocks noGrp="1"/>
          </p:cNvSpPr>
          <p:nvPr>
            <p:ph sz="half" idx="2"/>
          </p:nvPr>
        </p:nvSpPr>
        <p:spPr>
          <a:xfrm>
            <a:off x="839788" y="255823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C924765-08A7-4A60-86DC-DC420F60BBAE}"/>
              </a:ext>
            </a:extLst>
          </p:cNvPr>
          <p:cNvSpPr>
            <a:spLocks noGrp="1"/>
          </p:cNvSpPr>
          <p:nvPr>
            <p:ph type="body" sz="quarter" idx="3"/>
          </p:nvPr>
        </p:nvSpPr>
        <p:spPr>
          <a:xfrm>
            <a:off x="6172200" y="1734325"/>
            <a:ext cx="5183188"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AA2795-EFB6-4000-8F25-FBB62646C0CD}"/>
              </a:ext>
            </a:extLst>
          </p:cNvPr>
          <p:cNvSpPr>
            <a:spLocks noGrp="1"/>
          </p:cNvSpPr>
          <p:nvPr>
            <p:ph sz="quarter" idx="4"/>
          </p:nvPr>
        </p:nvSpPr>
        <p:spPr>
          <a:xfrm>
            <a:off x="6172200" y="255823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942CFB-FE12-494A-9C41-3CB90F07BDAA}"/>
              </a:ext>
            </a:extLst>
          </p:cNvPr>
          <p:cNvSpPr>
            <a:spLocks noGrp="1"/>
          </p:cNvSpPr>
          <p:nvPr>
            <p:ph type="dt" sz="half" idx="10"/>
          </p:nvPr>
        </p:nvSpPr>
        <p:spPr/>
        <p:txBody>
          <a:bodyPr/>
          <a:lstStyle/>
          <a:p>
            <a:fld id="{11EAACC7-3B3F-47D1-959A-EF58926E955E}" type="datetimeFigureOut">
              <a:rPr lang="en-US" smtClean="0"/>
              <a:t>1/19/2026</a:t>
            </a:fld>
            <a:endParaRPr lang="en-US"/>
          </a:p>
        </p:txBody>
      </p:sp>
      <p:sp>
        <p:nvSpPr>
          <p:cNvPr id="8" name="Footer Placeholder 7">
            <a:extLst>
              <a:ext uri="{FF2B5EF4-FFF2-40B4-BE49-F238E27FC236}">
                <a16:creationId xmlns:a16="http://schemas.microsoft.com/office/drawing/2014/main" id="{6C3A07E3-59E1-4EBD-9687-4B6ABE96AC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F7BB23-7539-4674-8B66-ACEFF94686CE}"/>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595992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6569-B648-4D50-BEB8-E8DAE24D68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831B3-A1FD-470C-BEEE-4CFB441502DD}"/>
              </a:ext>
            </a:extLst>
          </p:cNvPr>
          <p:cNvSpPr>
            <a:spLocks noGrp="1"/>
          </p:cNvSpPr>
          <p:nvPr>
            <p:ph sz="half" idx="1"/>
          </p:nvPr>
        </p:nvSpPr>
        <p:spPr>
          <a:xfrm>
            <a:off x="838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1F34A17-C244-438C-9AE3-FB9B3CE3BD8F}"/>
              </a:ext>
            </a:extLst>
          </p:cNvPr>
          <p:cNvSpPr>
            <a:spLocks noGrp="1"/>
          </p:cNvSpPr>
          <p:nvPr>
            <p:ph sz="half" idx="2"/>
          </p:nvPr>
        </p:nvSpPr>
        <p:spPr>
          <a:xfrm>
            <a:off x="6172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CFA3AA-3FC1-4B98-8F99-1726F1AC0A38}"/>
              </a:ext>
            </a:extLst>
          </p:cNvPr>
          <p:cNvSpPr>
            <a:spLocks noGrp="1"/>
          </p:cNvSpPr>
          <p:nvPr>
            <p:ph type="dt" sz="half" idx="10"/>
          </p:nvPr>
        </p:nvSpPr>
        <p:spPr/>
        <p:txBody>
          <a:bodyPr/>
          <a:lstStyle/>
          <a:p>
            <a:fld id="{11EAACC7-3B3F-47D1-959A-EF58926E955E}" type="datetimeFigureOut">
              <a:rPr lang="en-US" smtClean="0"/>
              <a:t>1/19/2026</a:t>
            </a:fld>
            <a:endParaRPr lang="en-US"/>
          </a:p>
        </p:txBody>
      </p:sp>
      <p:sp>
        <p:nvSpPr>
          <p:cNvPr id="6" name="Footer Placeholder 5">
            <a:extLst>
              <a:ext uri="{FF2B5EF4-FFF2-40B4-BE49-F238E27FC236}">
                <a16:creationId xmlns:a16="http://schemas.microsoft.com/office/drawing/2014/main" id="{1CE10883-BACC-41A1-9067-ECFDB937D7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7660A2-13C9-4432-A6EB-A4FF3D78F15F}"/>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29087039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41DB-C73C-4968-B434-A6AA14DAF6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8152BF-92C7-4BF5-A9DB-16A0BF0F5F5D}"/>
              </a:ext>
            </a:extLst>
          </p:cNvPr>
          <p:cNvSpPr>
            <a:spLocks noGrp="1"/>
          </p:cNvSpPr>
          <p:nvPr>
            <p:ph type="dt" sz="half" idx="10"/>
          </p:nvPr>
        </p:nvSpPr>
        <p:spPr/>
        <p:txBody>
          <a:bodyPr/>
          <a:lstStyle/>
          <a:p>
            <a:fld id="{11EAACC7-3B3F-47D1-959A-EF58926E955E}" type="datetimeFigureOut">
              <a:rPr lang="en-US" smtClean="0"/>
              <a:t>1/19/2026</a:t>
            </a:fld>
            <a:endParaRPr lang="en-US"/>
          </a:p>
        </p:txBody>
      </p:sp>
      <p:sp>
        <p:nvSpPr>
          <p:cNvPr id="4" name="Footer Placeholder 3">
            <a:extLst>
              <a:ext uri="{FF2B5EF4-FFF2-40B4-BE49-F238E27FC236}">
                <a16:creationId xmlns:a16="http://schemas.microsoft.com/office/drawing/2014/main" id="{C1289DB7-F492-4037-A439-D70F7E5565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FA96F1-8B8A-4E83-B3C2-E10DE522AD30}"/>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295414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a:lstStyle/>
          <a:p>
            <a:fld id="{11EAACC7-3B3F-47D1-959A-EF58926E955E}" type="datetimeFigureOut">
              <a:rPr lang="en-US" smtClean="0"/>
              <a:t>1/19/2026</a:t>
            </a:fld>
            <a:endParaRPr lang="en-US"/>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963234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BE2C-9DAA-489D-AC88-15CBBA8A9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E124BE-E494-445A-A4FB-A2A8F28F0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2446DE-9A32-4774-9F7C-86678CA90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0115D-61B3-46D0-B4D3-30C374B526CF}"/>
              </a:ext>
            </a:extLst>
          </p:cNvPr>
          <p:cNvSpPr>
            <a:spLocks noGrp="1"/>
          </p:cNvSpPr>
          <p:nvPr>
            <p:ph type="dt" sz="half" idx="10"/>
          </p:nvPr>
        </p:nvSpPr>
        <p:spPr/>
        <p:txBody>
          <a:bodyPr/>
          <a:lstStyle/>
          <a:p>
            <a:fld id="{11EAACC7-3B3F-47D1-959A-EF58926E955E}" type="datetimeFigureOut">
              <a:rPr lang="en-US" smtClean="0"/>
              <a:t>1/19/2026</a:t>
            </a:fld>
            <a:endParaRPr lang="en-US"/>
          </a:p>
        </p:txBody>
      </p:sp>
      <p:sp>
        <p:nvSpPr>
          <p:cNvPr id="6" name="Footer Placeholder 5">
            <a:extLst>
              <a:ext uri="{FF2B5EF4-FFF2-40B4-BE49-F238E27FC236}">
                <a16:creationId xmlns:a16="http://schemas.microsoft.com/office/drawing/2014/main" id="{EF3C2AFC-D0F8-469F-B1E0-123C2E066E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B9BCDA-9EF7-4531-8021-AF7B30751516}"/>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95990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AE558-F89F-4688-94E5-77F37D49F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CD35AF-8CA2-49BB-BAE9-F29A0186E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05CAA98-55BD-4118-A8AF-D60306078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FF4C5-82A8-4AD8-B7E2-2882F657683C}"/>
              </a:ext>
            </a:extLst>
          </p:cNvPr>
          <p:cNvSpPr>
            <a:spLocks noGrp="1"/>
          </p:cNvSpPr>
          <p:nvPr>
            <p:ph type="dt" sz="half" idx="10"/>
          </p:nvPr>
        </p:nvSpPr>
        <p:spPr/>
        <p:txBody>
          <a:bodyPr/>
          <a:lstStyle/>
          <a:p>
            <a:fld id="{11EAACC7-3B3F-47D1-959A-EF58926E955E}" type="datetimeFigureOut">
              <a:rPr lang="en-US" smtClean="0"/>
              <a:t>1/19/2026</a:t>
            </a:fld>
            <a:endParaRPr lang="en-US"/>
          </a:p>
        </p:txBody>
      </p:sp>
      <p:sp>
        <p:nvSpPr>
          <p:cNvPr id="6" name="Footer Placeholder 5">
            <a:extLst>
              <a:ext uri="{FF2B5EF4-FFF2-40B4-BE49-F238E27FC236}">
                <a16:creationId xmlns:a16="http://schemas.microsoft.com/office/drawing/2014/main" id="{3860B401-B64F-417B-8AD6-581A22E5E0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24BD4C-7149-44BF-8150-F72CAA95A56D}"/>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699072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E5C77-55F8-4677-A96C-E6D3F5545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A064EF-ADDA-4943-8F87-A7469D7997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B0D493-D1E7-4358-95E9-B5B80A49E603}"/>
              </a:ext>
            </a:extLst>
          </p:cNvPr>
          <p:cNvSpPr>
            <a:spLocks noGrp="1"/>
          </p:cNvSpPr>
          <p:nvPr>
            <p:ph type="dt" sz="half" idx="10"/>
          </p:nvPr>
        </p:nvSpPr>
        <p:spPr/>
        <p:txBody>
          <a:bodyPr/>
          <a:lstStyle/>
          <a:p>
            <a:fld id="{11EAACC7-3B3F-47D1-959A-EF58926E955E}" type="datetimeFigureOut">
              <a:rPr lang="en-US" smtClean="0"/>
              <a:t>1/19/2026</a:t>
            </a:fld>
            <a:endParaRPr lang="en-US"/>
          </a:p>
        </p:txBody>
      </p:sp>
      <p:sp>
        <p:nvSpPr>
          <p:cNvPr id="5" name="Footer Placeholder 4">
            <a:extLst>
              <a:ext uri="{FF2B5EF4-FFF2-40B4-BE49-F238E27FC236}">
                <a16:creationId xmlns:a16="http://schemas.microsoft.com/office/drawing/2014/main" id="{A6E98326-3276-4B9E-960F-10C6677BF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4C3AC2-288D-4FEE-BF80-0EAEDDFAB049}"/>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2122540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333C6A-5417-40BD-BF7A-9405832237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3BCB45-B343-46F6-9718-AA0D68CED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DA2A4-FD34-4E17-908F-4367B1E644C3}"/>
              </a:ext>
            </a:extLst>
          </p:cNvPr>
          <p:cNvSpPr>
            <a:spLocks noGrp="1"/>
          </p:cNvSpPr>
          <p:nvPr>
            <p:ph type="dt" sz="half" idx="10"/>
          </p:nvPr>
        </p:nvSpPr>
        <p:spPr/>
        <p:txBody>
          <a:bodyPr/>
          <a:lstStyle/>
          <a:p>
            <a:fld id="{11EAACC7-3B3F-47D1-959A-EF58926E955E}" type="datetimeFigureOut">
              <a:rPr lang="en-US" smtClean="0"/>
              <a:t>1/19/2026</a:t>
            </a:fld>
            <a:endParaRPr lang="en-US"/>
          </a:p>
        </p:txBody>
      </p:sp>
      <p:sp>
        <p:nvSpPr>
          <p:cNvPr id="5" name="Footer Placeholder 4">
            <a:extLst>
              <a:ext uri="{FF2B5EF4-FFF2-40B4-BE49-F238E27FC236}">
                <a16:creationId xmlns:a16="http://schemas.microsoft.com/office/drawing/2014/main" id="{93B87AE3-776D-451D-AA52-C06B74724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A0C4D5-BE1E-4D6A-9196-E0F9E42B2E1E}"/>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1839343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436E0F2-A64B-471E-93C0-8DFE08CC57C8}"/>
              </a:ext>
            </a:extLst>
          </p:cNvPr>
          <p:cNvCxnSpPr>
            <a:cxnSpLocks/>
          </p:cNvCxnSpPr>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C1E3AB1-2A8C-4607-9FAE-D8BDB280FE1A}"/>
              </a:ext>
            </a:extLst>
          </p:cNvPr>
          <p:cNvCxnSpPr>
            <a:cxnSpLocks/>
          </p:cNvCxnSpPr>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6D66059-832F-40B6-A35F-F56C8F38A1E7}"/>
              </a:ext>
            </a:extLst>
          </p:cNvPr>
          <p:cNvCxnSpPr>
            <a:cxnSpLocks/>
          </p:cNvCxnSpPr>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15E2ED-7EA9-448D-83FA-54C3DF9723BD}"/>
              </a:ext>
            </a:extLst>
          </p:cNvPr>
          <p:cNvCxnSpPr>
            <a:cxnSpLocks/>
          </p:cNvCxnSpPr>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595356-EABD-4767-AC9D-EA21FF115EC0}"/>
              </a:ext>
            </a:extLst>
          </p:cNvPr>
          <p:cNvCxnSpPr>
            <a:cxnSpLocks/>
          </p:cNvCxnSpPr>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CD9F06-9628-469C-B788-A894E3E08281}"/>
              </a:ext>
            </a:extLst>
          </p:cNvPr>
          <p:cNvCxnSpPr>
            <a:cxnSpLocks/>
          </p:cNvCxnSpPr>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50A431-0B61-421B-B4B7-24C0CFF0F938}"/>
              </a:ext>
            </a:extLst>
          </p:cNvPr>
          <p:cNvCxnSpPr>
            <a:cxnSpLocks/>
          </p:cNvCxnSpPr>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675B94C5-D205-4339-B029-5D0FD2E5F3DB}"/>
              </a:ext>
            </a:extLst>
          </p:cNvPr>
          <p:cNvSpPr>
            <a:spLocks noGrp="1"/>
          </p:cNvSpPr>
          <p:nvPr>
            <p:ph type="title"/>
          </p:nvPr>
        </p:nvSpPr>
        <p:spPr>
          <a:xfrm>
            <a:off x="1143000" y="533401"/>
            <a:ext cx="9906000" cy="1382156"/>
          </a:xfrm>
          <a:prstGeom prst="rect">
            <a:avLst/>
          </a:prstGeom>
        </p:spPr>
        <p:txBody>
          <a:bodyPr lIns="91440" tIns="45720" rIns="91440" bIns="45720" anchor="ctr"/>
          <a:lstStyle/>
          <a:p>
            <a:r>
              <a:rPr lang="en-US" dirty="0"/>
              <a:t>Click to edit Master title style</a:t>
            </a:r>
          </a:p>
        </p:txBody>
      </p:sp>
      <p:sp>
        <p:nvSpPr>
          <p:cNvPr id="3" name="Text Placeholder 2">
            <a:extLst>
              <a:ext uri="{FF2B5EF4-FFF2-40B4-BE49-F238E27FC236}">
                <a16:creationId xmlns:a16="http://schemas.microsoft.com/office/drawing/2014/main" id="{C096DC5C-BD34-4CE4-8AA7-A6A4B9516F8F}"/>
              </a:ext>
            </a:extLst>
          </p:cNvPr>
          <p:cNvSpPr>
            <a:spLocks noGrp="1"/>
          </p:cNvSpPr>
          <p:nvPr>
            <p:ph type="body" idx="1"/>
          </p:nvPr>
        </p:nvSpPr>
        <p:spPr>
          <a:xfrm>
            <a:off x="1143000" y="2009554"/>
            <a:ext cx="9906000" cy="4024424"/>
          </a:xfrm>
          <a:prstGeom prst="rect">
            <a:avLst/>
          </a:prstGeom>
        </p:spPr>
        <p:txBody>
          <a:bodyPr lIns="91440" tIns="45720" rIns="91440" bIns="4572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1F192A7-D622-449D-9FC2-48FDE4D690F1}"/>
              </a:ext>
            </a:extLst>
          </p:cNvPr>
          <p:cNvSpPr>
            <a:spLocks noGrp="1"/>
          </p:cNvSpPr>
          <p:nvPr>
            <p:ph type="dt" sz="half" idx="2"/>
          </p:nvPr>
        </p:nvSpPr>
        <p:spPr>
          <a:xfrm>
            <a:off x="7337102" y="6398878"/>
            <a:ext cx="4193908" cy="365125"/>
          </a:xfrm>
          <a:prstGeom prst="rect">
            <a:avLst/>
          </a:prstGeom>
        </p:spPr>
        <p:txBody>
          <a:bodyPr lIns="91440" tIns="45720" rIns="91440" bIns="45720" anchor="ctr"/>
          <a:lstStyle>
            <a:lvl1pPr algn="r">
              <a:defRPr sz="1100">
                <a:solidFill>
                  <a:schemeClr val="tx2"/>
                </a:solidFill>
                <a:latin typeface="+mn-lt"/>
              </a:defRPr>
            </a:lvl1pPr>
          </a:lstStyle>
          <a:p>
            <a:fld id="{11EAACC7-3B3F-47D1-959A-EF58926E955E}" type="datetimeFigureOut">
              <a:rPr lang="en-US" smtClean="0"/>
              <a:t>1/19/2026</a:t>
            </a:fld>
            <a:endParaRPr lang="en-US"/>
          </a:p>
        </p:txBody>
      </p:sp>
      <p:sp>
        <p:nvSpPr>
          <p:cNvPr id="5" name="Footer Placeholder 4">
            <a:extLst>
              <a:ext uri="{FF2B5EF4-FFF2-40B4-BE49-F238E27FC236}">
                <a16:creationId xmlns:a16="http://schemas.microsoft.com/office/drawing/2014/main" id="{8435B93C-2BE9-4847-BFE5-D3CBCC6E948C}"/>
              </a:ext>
            </a:extLst>
          </p:cNvPr>
          <p:cNvSpPr>
            <a:spLocks noGrp="1"/>
          </p:cNvSpPr>
          <p:nvPr>
            <p:ph type="ftr" sz="quarter" idx="3"/>
          </p:nvPr>
        </p:nvSpPr>
        <p:spPr>
          <a:xfrm>
            <a:off x="154429" y="6398878"/>
            <a:ext cx="4497315" cy="365125"/>
          </a:xfrm>
          <a:prstGeom prst="rect">
            <a:avLst/>
          </a:prstGeom>
        </p:spPr>
        <p:txBody>
          <a:bodyPr lIns="91440" tIns="45720" rIns="91440" bIns="45720" anchor="ctr"/>
          <a:lstStyle>
            <a:lvl1pPr algn="l">
              <a:defRPr sz="1200" b="1" spc="30" baseline="0">
                <a:solidFill>
                  <a:schemeClr val="tx2"/>
                </a:solidFill>
                <a:latin typeface="+mj-lt"/>
              </a:defRPr>
            </a:lvl1pPr>
          </a:lstStyle>
          <a:p>
            <a:endParaRPr lang="en-US" dirty="0"/>
          </a:p>
        </p:txBody>
      </p:sp>
      <p:sp>
        <p:nvSpPr>
          <p:cNvPr id="6" name="Slide Number Placeholder 5">
            <a:extLst>
              <a:ext uri="{FF2B5EF4-FFF2-40B4-BE49-F238E27FC236}">
                <a16:creationId xmlns:a16="http://schemas.microsoft.com/office/drawing/2014/main" id="{ADF70A99-395E-4F22-8AAB-6C7EE743D7D5}"/>
              </a:ext>
            </a:extLst>
          </p:cNvPr>
          <p:cNvSpPr>
            <a:spLocks noGrp="1"/>
          </p:cNvSpPr>
          <p:nvPr>
            <p:ph type="sldNum" sz="quarter" idx="4"/>
          </p:nvPr>
        </p:nvSpPr>
        <p:spPr>
          <a:xfrm>
            <a:off x="11602477" y="6398878"/>
            <a:ext cx="470887" cy="365125"/>
          </a:xfrm>
          <a:prstGeom prst="rect">
            <a:avLst/>
          </a:prstGeom>
        </p:spPr>
        <p:txBody>
          <a:bodyPr lIns="91440" tIns="45720" rIns="91440" bIns="45720" anchor="ctr"/>
          <a:lstStyle>
            <a:lvl1pPr algn="r">
              <a:defRPr sz="1100">
                <a:solidFill>
                  <a:schemeClr val="tx2"/>
                </a:solidFill>
                <a:latin typeface="+mn-lt"/>
              </a:defRPr>
            </a:lvl1pPr>
          </a:lstStyle>
          <a:p>
            <a:fld id="{312CC964-A50B-4C29-B4E4-2C30BB34CCF3}" type="slidenum">
              <a:rPr lang="en-US" smtClean="0"/>
              <a:t>‹#›</a:t>
            </a:fld>
            <a:endParaRPr lang="en-US"/>
          </a:p>
        </p:txBody>
      </p:sp>
    </p:spTree>
    <p:extLst>
      <p:ext uri="{BB962C8B-B14F-4D97-AF65-F5344CB8AC3E}">
        <p14:creationId xmlns:p14="http://schemas.microsoft.com/office/powerpoint/2010/main" val="3943402393"/>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25" r:id="rId4"/>
    <p:sldLayoutId id="2147483724" r:id="rId5"/>
    <p:sldLayoutId id="2147483730" r:id="rId6"/>
    <p:sldLayoutId id="2147483726" r:id="rId7"/>
    <p:sldLayoutId id="2147483727" r:id="rId8"/>
    <p:sldLayoutId id="2147483728" r:id="rId9"/>
    <p:sldLayoutId id="2147483729" r:id="rId10"/>
    <p:sldLayoutId id="2147483731" r:id="rId11"/>
  </p:sldLayoutIdLst>
  <p:txStyles>
    <p:titleStyle>
      <a:lvl1pPr algn="l" defTabSz="914400" rtl="0" eaLnBrk="1" latinLnBrk="0" hangingPunct="1">
        <a:lnSpc>
          <a:spcPct val="100000"/>
        </a:lnSpc>
        <a:spcBef>
          <a:spcPct val="0"/>
        </a:spcBef>
        <a:buNone/>
        <a:defRPr sz="5200" i="0" kern="1200" cap="none" baseline="0">
          <a:solidFill>
            <a:schemeClr val="tx2"/>
          </a:solidFill>
          <a:latin typeface="+mj-lt"/>
          <a:ea typeface="+mj-ea"/>
          <a:cs typeface="+mj-cs"/>
        </a:defRPr>
      </a:lvl1pPr>
    </p:titleStyle>
    <p:bodyStyle>
      <a:lvl1pPr marL="228600" indent="-228600" algn="l" defTabSz="914400" rtl="0" eaLnBrk="1" latinLnBrk="0" hangingPunct="1">
        <a:lnSpc>
          <a:spcPct val="119000"/>
        </a:lnSpc>
        <a:spcBef>
          <a:spcPts val="1000"/>
        </a:spcBef>
        <a:buSzPct val="80000"/>
        <a:buFont typeface="Arial" panose="020B0604020202020204" pitchFamily="34" charset="0"/>
        <a:buChar char="•"/>
        <a:defRPr sz="2200" kern="1200">
          <a:solidFill>
            <a:schemeClr val="tx2"/>
          </a:solidFill>
          <a:latin typeface="+mn-lt"/>
          <a:ea typeface="+mn-ea"/>
          <a:cs typeface="+mn-cs"/>
        </a:defRPr>
      </a:lvl1pPr>
      <a:lvl2pPr marL="685800" indent="-228600" algn="l" defTabSz="914400" rtl="0" eaLnBrk="1" latinLnBrk="0" hangingPunct="1">
        <a:lnSpc>
          <a:spcPct val="119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19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19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19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kaggle.com/datasets/thegoanpanda/brain-tumor-stage-based-recurrence-patterns/data" TargetMode="External"/><Relationship Id="rId2" Type="http://schemas.openxmlformats.org/officeDocument/2006/relationships/hyperlink" Target="https://www.kaggle.com/datasets/thegoanpanda/brain-tumor-stage-based-recurrence-patterns?resource=download&amp;utm_source=chatgpt.com" TargetMode="External"/><Relationship Id="rId1" Type="http://schemas.openxmlformats.org/officeDocument/2006/relationships/slideLayout" Target="../slideLayouts/slideLayout2.xml"/><Relationship Id="rId4" Type="http://schemas.openxmlformats.org/officeDocument/2006/relationships/hyperlink" Target="https://github.com/seladan1/Final-Project.git"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6.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png"/><Relationship Id="rId1" Type="http://schemas.openxmlformats.org/officeDocument/2006/relationships/slideLayout" Target="../slideLayouts/slideLayout6.xml"/><Relationship Id="rId5" Type="http://schemas.openxmlformats.org/officeDocument/2006/relationships/image" Target="../media/image34.png"/><Relationship Id="rId4" Type="http://schemas.openxmlformats.org/officeDocument/2006/relationships/image" Target="../media/image33.jpeg"/></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8">
            <a:extLst>
              <a:ext uri="{FF2B5EF4-FFF2-40B4-BE49-F238E27FC236}">
                <a16:creationId xmlns:a16="http://schemas.microsoft.com/office/drawing/2014/main" id="{BC88933B-CFB2-4662-9CA9-2C1E08385B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0">
            <a:extLst>
              <a:ext uri="{FF2B5EF4-FFF2-40B4-BE49-F238E27FC236}">
                <a16:creationId xmlns:a16="http://schemas.microsoft.com/office/drawing/2014/main" id="{F909EEE1-52DB-4A86-AFCE-CCE9041848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2"/>
            <a:ext cx="12192000" cy="685734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כותרת משנה 2">
            <a:extLst>
              <a:ext uri="{FF2B5EF4-FFF2-40B4-BE49-F238E27FC236}">
                <a16:creationId xmlns:a16="http://schemas.microsoft.com/office/drawing/2014/main" id="{7BE62C1B-6247-4983-0975-F6F3182DB185}"/>
              </a:ext>
            </a:extLst>
          </p:cNvPr>
          <p:cNvSpPr>
            <a:spLocks noGrp="1"/>
          </p:cNvSpPr>
          <p:nvPr>
            <p:ph type="subTitle" idx="1"/>
          </p:nvPr>
        </p:nvSpPr>
        <p:spPr>
          <a:xfrm>
            <a:off x="795737" y="2828760"/>
            <a:ext cx="10845800" cy="3917844"/>
          </a:xfrm>
        </p:spPr>
        <p:txBody>
          <a:bodyPr>
            <a:noAutofit/>
          </a:bodyPr>
          <a:lstStyle/>
          <a:p>
            <a:pPr algn="l"/>
            <a:r>
              <a:rPr lang="en-US" b="0" i="1" dirty="0"/>
              <a:t>Dataset Overview and Exploratory Analysis</a:t>
            </a:r>
            <a:endParaRPr lang="en-US" b="0" dirty="0"/>
          </a:p>
          <a:p>
            <a:pPr algn="l"/>
            <a:br>
              <a:rPr lang="en-US" b="0" dirty="0"/>
            </a:br>
            <a:endParaRPr lang="en-US" b="0" dirty="0"/>
          </a:p>
          <a:p>
            <a:pPr algn="l"/>
            <a:r>
              <a:rPr lang="en-US" dirty="0"/>
              <a:t>Submitted by:</a:t>
            </a:r>
            <a:r>
              <a:rPr lang="en-US" b="0" dirty="0"/>
              <a:t> Dana Sela 314813429, Miriam Chavay 213287790, Ayal Adler 209520998, Tamar </a:t>
            </a:r>
            <a:r>
              <a:rPr lang="en-US" b="0" dirty="0" err="1"/>
              <a:t>Krakover</a:t>
            </a:r>
            <a:r>
              <a:rPr lang="en-US" b="0" dirty="0"/>
              <a:t> 213273105.</a:t>
            </a:r>
          </a:p>
          <a:p>
            <a:pPr algn="l"/>
            <a:r>
              <a:rPr lang="en-US" dirty="0"/>
              <a:t>Submission Date: </a:t>
            </a:r>
            <a:r>
              <a:rPr lang="en-US" b="0" dirty="0"/>
              <a:t>15 \ 01 \ 26</a:t>
            </a:r>
          </a:p>
          <a:p>
            <a:pPr algn="l"/>
            <a:r>
              <a:rPr lang="en-US" dirty="0"/>
              <a:t>Course: </a:t>
            </a:r>
            <a:r>
              <a:rPr lang="en-US" b="0" dirty="0"/>
              <a:t>Data Analysis in Python</a:t>
            </a:r>
            <a:endParaRPr lang="he-IL" dirty="0"/>
          </a:p>
        </p:txBody>
      </p:sp>
      <p:cxnSp>
        <p:nvCxnSpPr>
          <p:cNvPr id="19" name="Straight Connector 12">
            <a:extLst>
              <a:ext uri="{FF2B5EF4-FFF2-40B4-BE49-F238E27FC236}">
                <a16:creationId xmlns:a16="http://schemas.microsoft.com/office/drawing/2014/main" id="{326FE4BA-3BD1-4AB3-A3EB-39FF16D964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418764" y="0"/>
            <a:ext cx="815637" cy="685734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BD85EF3-E980-4EF9-BF91-C0540D302A9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a:endCxn id="15" idx="2"/>
          </p:cNvCxnSpPr>
          <p:nvPr>
            <p:extLst>
              <p:ext uri="{386F3935-93C4-4BCD-93E2-E3B085C9AB24}">
                <p16:designElem xmlns:p16="http://schemas.microsoft.com/office/powerpoint/2015/main" val="1"/>
              </p:ext>
            </p:extLst>
          </p:nvPr>
        </p:nvCxnSpPr>
        <p:spPr>
          <a:xfrm>
            <a:off x="0" y="5468380"/>
            <a:ext cx="6096000" cy="138961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5" name="כותרת 4">
            <a:extLst>
              <a:ext uri="{FF2B5EF4-FFF2-40B4-BE49-F238E27FC236}">
                <a16:creationId xmlns:a16="http://schemas.microsoft.com/office/drawing/2014/main" id="{887A74AF-5CE0-CC8F-A79E-31DB97F6A939}"/>
              </a:ext>
            </a:extLst>
          </p:cNvPr>
          <p:cNvSpPr>
            <a:spLocks noGrp="1"/>
          </p:cNvSpPr>
          <p:nvPr>
            <p:ph type="ctrTitle"/>
          </p:nvPr>
        </p:nvSpPr>
        <p:spPr>
          <a:xfrm>
            <a:off x="968762" y="622470"/>
            <a:ext cx="10499750" cy="1923850"/>
          </a:xfrm>
        </p:spPr>
        <p:txBody>
          <a:bodyPr/>
          <a:lstStyle/>
          <a:p>
            <a:br>
              <a:rPr lang="en-US" b="1" dirty="0"/>
            </a:br>
            <a:br>
              <a:rPr lang="en-US" b="1" dirty="0"/>
            </a:br>
            <a:br>
              <a:rPr lang="en-US" b="1" dirty="0"/>
            </a:br>
            <a:r>
              <a:rPr lang="en-US" b="1" dirty="0"/>
              <a:t>Brain Tumor Stage-Based Recurrence Patterns</a:t>
            </a:r>
            <a:endParaRPr lang="he-IL" dirty="0"/>
          </a:p>
        </p:txBody>
      </p:sp>
      <p:pic>
        <p:nvPicPr>
          <p:cNvPr id="1028" name="Picture 4" descr="Brain outline vector illustration 20 | Premium AI-generated vector">
            <a:extLst>
              <a:ext uri="{FF2B5EF4-FFF2-40B4-BE49-F238E27FC236}">
                <a16:creationId xmlns:a16="http://schemas.microsoft.com/office/drawing/2014/main" id="{481B2023-D887-E1F7-F3B1-D778E71A976B}"/>
              </a:ext>
            </a:extLst>
          </p:cNvPr>
          <p:cNvPicPr>
            <a:picLocks noChangeAspect="1" noChangeArrowheads="1"/>
          </p:cNvPicPr>
          <p:nvPr/>
        </p:nvPicPr>
        <p:blipFill>
          <a:blip r:embed="rId2">
            <a:alphaModFix amt="9000"/>
            <a:extLst>
              <a:ext uri="{28A0092B-C50C-407E-A947-70E740481C1C}">
                <a14:useLocalDpi xmlns:a14="http://schemas.microsoft.com/office/drawing/2010/main" val="0"/>
              </a:ext>
            </a:extLst>
          </a:blip>
          <a:srcRect/>
          <a:stretch>
            <a:fillRect/>
          </a:stretch>
        </p:blipFill>
        <p:spPr bwMode="auto">
          <a:xfrm>
            <a:off x="2789637" y="-111396"/>
            <a:ext cx="6858000" cy="6858000"/>
          </a:xfrm>
          <a:prstGeom prst="rect">
            <a:avLst/>
          </a:prstGeom>
          <a:noFill/>
        </p:spPr>
      </p:pic>
    </p:spTree>
    <p:extLst>
      <p:ext uri="{BB962C8B-B14F-4D97-AF65-F5344CB8AC3E}">
        <p14:creationId xmlns:p14="http://schemas.microsoft.com/office/powerpoint/2010/main" val="26788329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תיבת טקסט 1">
            <a:extLst>
              <a:ext uri="{FF2B5EF4-FFF2-40B4-BE49-F238E27FC236}">
                <a16:creationId xmlns:a16="http://schemas.microsoft.com/office/drawing/2014/main" id="{5B5478AC-F1B7-5526-1AE0-8F6E0F89DAB4}"/>
              </a:ext>
            </a:extLst>
          </p:cNvPr>
          <p:cNvSpPr txBox="1"/>
          <p:nvPr/>
        </p:nvSpPr>
        <p:spPr>
          <a:xfrm>
            <a:off x="1388533" y="491066"/>
            <a:ext cx="9025467" cy="830997"/>
          </a:xfrm>
          <a:prstGeom prst="rect">
            <a:avLst/>
          </a:prstGeom>
          <a:noFill/>
        </p:spPr>
        <p:txBody>
          <a:bodyPr wrap="square" rtlCol="1">
            <a:spAutoFit/>
          </a:bodyPr>
          <a:lstStyle/>
          <a:p>
            <a:pPr algn="l" rtl="0"/>
            <a:r>
              <a:rPr lang="en-US" sz="4800" b="1" i="1">
                <a:solidFill>
                  <a:schemeClr val="accent2">
                    <a:lumMod val="75000"/>
                  </a:schemeClr>
                </a:solidFill>
                <a:latin typeface="+mj-lt"/>
              </a:rPr>
              <a:t>Dataset Overview</a:t>
            </a:r>
            <a:endParaRPr lang="en-US" sz="7200" b="0" dirty="0">
              <a:solidFill>
                <a:schemeClr val="accent2">
                  <a:lumMod val="75000"/>
                </a:schemeClr>
              </a:solidFill>
              <a:effectLst/>
              <a:latin typeface="+mj-lt"/>
            </a:endParaRPr>
          </a:p>
        </p:txBody>
      </p:sp>
      <p:sp>
        <p:nvSpPr>
          <p:cNvPr id="4" name="תיבת טקסט 3">
            <a:extLst>
              <a:ext uri="{FF2B5EF4-FFF2-40B4-BE49-F238E27FC236}">
                <a16:creationId xmlns:a16="http://schemas.microsoft.com/office/drawing/2014/main" id="{44EEB4BF-5ECC-CE93-C527-5A1C8D5F26CB}"/>
              </a:ext>
            </a:extLst>
          </p:cNvPr>
          <p:cNvSpPr txBox="1"/>
          <p:nvPr/>
        </p:nvSpPr>
        <p:spPr>
          <a:xfrm>
            <a:off x="1388533" y="1796627"/>
            <a:ext cx="9821334" cy="4092211"/>
          </a:xfrm>
          <a:prstGeom prst="rect">
            <a:avLst/>
          </a:prstGeom>
          <a:noFill/>
        </p:spPr>
        <p:txBody>
          <a:bodyPr wrap="square" rtlCol="1">
            <a:spAutoFit/>
          </a:bodyPr>
          <a:lstStyle/>
          <a:p>
            <a:pPr algn="l" rtl="0">
              <a:lnSpc>
                <a:spcPct val="150000"/>
              </a:lnSpc>
            </a:pPr>
            <a:r>
              <a:rPr lang="en-US" sz="2200" b="1" dirty="0"/>
              <a:t>Dataset name: </a:t>
            </a:r>
            <a:r>
              <a:rPr lang="en-US" sz="2200" dirty="0"/>
              <a:t>Brain Tumor Stage-Based Recurrence Patterns</a:t>
            </a:r>
            <a:endParaRPr lang="en-US" sz="2200" b="0" dirty="0">
              <a:effectLst/>
            </a:endParaRPr>
          </a:p>
          <a:p>
            <a:pPr algn="l" rtl="0">
              <a:lnSpc>
                <a:spcPct val="150000"/>
              </a:lnSpc>
            </a:pPr>
            <a:r>
              <a:rPr lang="en-US" sz="2200" b="1" dirty="0"/>
              <a:t>Source:</a:t>
            </a:r>
            <a:r>
              <a:rPr lang="en-US" sz="2200" dirty="0"/>
              <a:t> Kaggle</a:t>
            </a:r>
            <a:endParaRPr lang="en-US" sz="2200" b="0" dirty="0">
              <a:effectLst/>
            </a:endParaRPr>
          </a:p>
          <a:p>
            <a:pPr algn="l" rtl="0">
              <a:lnSpc>
                <a:spcPct val="150000"/>
              </a:lnSpc>
            </a:pPr>
            <a:r>
              <a:rPr lang="en-US" sz="2200" b="1" dirty="0"/>
              <a:t>Direct link to dataset:</a:t>
            </a:r>
            <a:r>
              <a:rPr lang="en-US" sz="2200" b="1" dirty="0">
                <a:hlinkClick r:id="rId2"/>
              </a:rPr>
              <a:t> </a:t>
            </a:r>
            <a:endParaRPr lang="en-US" sz="2200" b="0" dirty="0">
              <a:effectLst/>
            </a:endParaRPr>
          </a:p>
          <a:p>
            <a:pPr algn="l" rtl="0">
              <a:lnSpc>
                <a:spcPct val="150000"/>
              </a:lnSpc>
            </a:pPr>
            <a:r>
              <a:rPr lang="en-US" sz="2200" u="sng" dirty="0">
                <a:hlinkClick r:id="rId3"/>
              </a:rPr>
              <a:t>https://www.kaggle.com/datasets/thegoanpanda/brain-tumor-stage-based-recurrence-patterns/data</a:t>
            </a:r>
            <a:endParaRPr lang="en-US" sz="2200" b="0" dirty="0">
              <a:effectLst/>
            </a:endParaRPr>
          </a:p>
          <a:p>
            <a:pPr algn="l">
              <a:lnSpc>
                <a:spcPct val="150000"/>
              </a:lnSpc>
            </a:pPr>
            <a:r>
              <a:rPr lang="en-US" sz="2200" b="1" dirty="0"/>
              <a:t>File type:</a:t>
            </a:r>
            <a:r>
              <a:rPr lang="en-US" sz="2200" dirty="0"/>
              <a:t> CSV file</a:t>
            </a:r>
            <a:endParaRPr lang="he-IL" sz="2200" dirty="0"/>
          </a:p>
          <a:p>
            <a:pPr algn="l">
              <a:lnSpc>
                <a:spcPct val="150000"/>
              </a:lnSpc>
            </a:pPr>
            <a:r>
              <a:rPr lang="en-US" sz="2200" b="1" dirty="0"/>
              <a:t>Link to </a:t>
            </a:r>
            <a:r>
              <a:rPr lang="en-US" sz="2200" b="1" dirty="0" err="1"/>
              <a:t>Github</a:t>
            </a:r>
            <a:r>
              <a:rPr lang="en-US" sz="2200" b="1" dirty="0"/>
              <a:t>:</a:t>
            </a:r>
          </a:p>
          <a:p>
            <a:pPr algn="l">
              <a:lnSpc>
                <a:spcPct val="150000"/>
              </a:lnSpc>
            </a:pPr>
            <a:r>
              <a:rPr lang="en-US" sz="2200" dirty="0">
                <a:hlinkClick r:id="rId4"/>
              </a:rPr>
              <a:t>https://github.com/seladan1/Final-Project.git</a:t>
            </a:r>
            <a:endParaRPr lang="he-IL" sz="2200" dirty="0"/>
          </a:p>
        </p:txBody>
      </p:sp>
    </p:spTree>
    <p:extLst>
      <p:ext uri="{BB962C8B-B14F-4D97-AF65-F5344CB8AC3E}">
        <p14:creationId xmlns:p14="http://schemas.microsoft.com/office/powerpoint/2010/main" val="2662182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069A30-9FB3-FCCD-BF4A-607A2CA2C0D2}"/>
            </a:ext>
          </a:extLst>
        </p:cNvPr>
        <p:cNvGrpSpPr/>
        <p:nvPr/>
      </p:nvGrpSpPr>
      <p:grpSpPr>
        <a:xfrm>
          <a:off x="0" y="0"/>
          <a:ext cx="0" cy="0"/>
          <a:chOff x="0" y="0"/>
          <a:chExt cx="0" cy="0"/>
        </a:xfrm>
      </p:grpSpPr>
      <p:cxnSp>
        <p:nvCxnSpPr>
          <p:cNvPr id="52" name="Straight Connector 51">
            <a:extLst>
              <a:ext uri="{FF2B5EF4-FFF2-40B4-BE49-F238E27FC236}">
                <a16:creationId xmlns:a16="http://schemas.microsoft.com/office/drawing/2014/main" id="{C756FAF3-678E-E55F-EC4A-84BFF9C9EDF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C0E127B-7954-20BF-65B1-50D39741C6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BFCD0A2-3229-E4E1-E082-DC3AA472A8C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9110F49-DDB6-6CB4-C8BB-A8710DAD3E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538D4DA-FF93-05C4-B00C-159A9271EA8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C9994C40-D5C9-1007-848A-396B7D415B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869B3957-06CD-7947-E6C2-B62737D668D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66" name="Rectangle 65">
            <a:extLst>
              <a:ext uri="{FF2B5EF4-FFF2-40B4-BE49-F238E27FC236}">
                <a16:creationId xmlns:a16="http://schemas.microsoft.com/office/drawing/2014/main" id="{4895F87C-8B66-4582-ACD9-BB6936134B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23">
            <a:extLst>
              <a:ext uri="{FF2B5EF4-FFF2-40B4-BE49-F238E27FC236}">
                <a16:creationId xmlns:a16="http://schemas.microsoft.com/office/drawing/2014/main" id="{26170D70-58DD-DD66-26BE-A236522E18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556" y="-14280"/>
            <a:ext cx="4615080" cy="687227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240216 w 5664007"/>
              <a:gd name="connsiteY0" fmla="*/ 0 h 6857998"/>
              <a:gd name="connsiteX1" fmla="*/ 5664007 w 5664007"/>
              <a:gd name="connsiteY1" fmla="*/ 0 h 6857998"/>
              <a:gd name="connsiteX2" fmla="*/ 5664007 w 5664007"/>
              <a:gd name="connsiteY2" fmla="*/ 6857998 h 6857998"/>
              <a:gd name="connsiteX3" fmla="*/ 0 w 5664007"/>
              <a:gd name="connsiteY3" fmla="*/ 6846045 h 6857998"/>
              <a:gd name="connsiteX4" fmla="*/ 2240216 w 5664007"/>
              <a:gd name="connsiteY4" fmla="*/ 0 h 6857998"/>
              <a:gd name="connsiteX0" fmla="*/ 2170935 w 5594726"/>
              <a:gd name="connsiteY0" fmla="*/ 0 h 6865085"/>
              <a:gd name="connsiteX1" fmla="*/ 5594726 w 5594726"/>
              <a:gd name="connsiteY1" fmla="*/ 0 h 6865085"/>
              <a:gd name="connsiteX2" fmla="*/ 5594726 w 5594726"/>
              <a:gd name="connsiteY2" fmla="*/ 6857998 h 6865085"/>
              <a:gd name="connsiteX3" fmla="*/ 0 w 5594726"/>
              <a:gd name="connsiteY3" fmla="*/ 6865085 h 6865085"/>
              <a:gd name="connsiteX4" fmla="*/ 2170935 w 5594726"/>
              <a:gd name="connsiteY4" fmla="*/ 0 h 6865085"/>
              <a:gd name="connsiteX0" fmla="*/ 2170935 w 5594726"/>
              <a:gd name="connsiteY0" fmla="*/ 0 h 6868625"/>
              <a:gd name="connsiteX1" fmla="*/ 5594726 w 5594726"/>
              <a:gd name="connsiteY1" fmla="*/ 0 h 6868625"/>
              <a:gd name="connsiteX2" fmla="*/ 5594726 w 5594726"/>
              <a:gd name="connsiteY2" fmla="*/ 6868625 h 6868625"/>
              <a:gd name="connsiteX3" fmla="*/ 0 w 5594726"/>
              <a:gd name="connsiteY3" fmla="*/ 6865085 h 6868625"/>
              <a:gd name="connsiteX4" fmla="*/ 2170935 w 5594726"/>
              <a:gd name="connsiteY4" fmla="*/ 0 h 6868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4726" h="6868625">
                <a:moveTo>
                  <a:pt x="2170935" y="0"/>
                </a:moveTo>
                <a:lnTo>
                  <a:pt x="5594726" y="0"/>
                </a:lnTo>
                <a:lnTo>
                  <a:pt x="5594726" y="6868625"/>
                </a:lnTo>
                <a:lnTo>
                  <a:pt x="0" y="6865085"/>
                </a:lnTo>
                <a:lnTo>
                  <a:pt x="2170935"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A173CA3E-C841-A864-25A0-B42A6F58D158}"/>
              </a:ext>
            </a:extLst>
          </p:cNvPr>
          <p:cNvSpPr>
            <a:spLocks noGrp="1"/>
          </p:cNvSpPr>
          <p:nvPr>
            <p:ph type="title"/>
          </p:nvPr>
        </p:nvSpPr>
        <p:spPr>
          <a:xfrm>
            <a:off x="128241" y="940558"/>
            <a:ext cx="3855721" cy="3150159"/>
          </a:xfrm>
        </p:spPr>
        <p:txBody>
          <a:bodyPr anchor="t">
            <a:normAutofit/>
          </a:bodyPr>
          <a:lstStyle/>
          <a:p>
            <a:r>
              <a:rPr lang="en-US" sz="2800" b="1" dirty="0"/>
              <a:t>Main ()</a:t>
            </a:r>
            <a:br>
              <a:rPr lang="en-US" sz="2800" b="1" dirty="0"/>
            </a:br>
            <a:br>
              <a:rPr lang="en-US" sz="2800" b="1" dirty="0"/>
            </a:br>
            <a:endParaRPr lang="he-IL" sz="2800" b="1" dirty="0">
              <a:solidFill>
                <a:schemeClr val="accent2">
                  <a:lumMod val="75000"/>
                </a:schemeClr>
              </a:solidFill>
            </a:endParaRPr>
          </a:p>
        </p:txBody>
      </p:sp>
      <p:cxnSp>
        <p:nvCxnSpPr>
          <p:cNvPr id="70" name="Straight Connector 69">
            <a:extLst>
              <a:ext uri="{FF2B5EF4-FFF2-40B4-BE49-F238E27FC236}">
                <a16:creationId xmlns:a16="http://schemas.microsoft.com/office/drawing/2014/main" id="{CD148C8C-CF9F-38D5-3307-1D08BD5EEC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3558" y="0"/>
            <a:ext cx="6705601" cy="8096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36EBC7F-E65D-0737-A13B-C9CB5500C85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514060" y="1"/>
            <a:ext cx="510363" cy="685799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DB139B0F-9F5E-5A1C-D864-372236B3DDB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365123"/>
            <a:ext cx="589522" cy="64928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6875C29-2D67-E5D4-F7C3-499DEE8CA5D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340702" y="-10737"/>
            <a:ext cx="2851297" cy="16800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24E5995-DFFD-351F-E8AC-C5C6CC4657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3557" y="6045958"/>
            <a:ext cx="6876857" cy="81204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4" name="תמונה 3" descr="תמונה שמכילה טקסט, צילום מסך, גופן, מסמך&#10;&#10;תוכן בינה מלאכותית גנרטיבית עשוי להיות שגוי.">
            <a:extLst>
              <a:ext uri="{FF2B5EF4-FFF2-40B4-BE49-F238E27FC236}">
                <a16:creationId xmlns:a16="http://schemas.microsoft.com/office/drawing/2014/main" id="{17A6BF40-9F99-0DA3-7918-98BA7613497B}"/>
              </a:ext>
            </a:extLst>
          </p:cNvPr>
          <p:cNvPicPr>
            <a:picLocks noChangeAspect="1"/>
          </p:cNvPicPr>
          <p:nvPr/>
        </p:nvPicPr>
        <p:blipFill>
          <a:blip r:embed="rId2"/>
          <a:stretch>
            <a:fillRect/>
          </a:stretch>
        </p:blipFill>
        <p:spPr>
          <a:xfrm>
            <a:off x="4968205" y="334957"/>
            <a:ext cx="6744879" cy="6157920"/>
          </a:xfrm>
          <a:prstGeom prst="rect">
            <a:avLst/>
          </a:prstGeom>
        </p:spPr>
      </p:pic>
    </p:spTree>
    <p:extLst>
      <p:ext uri="{BB962C8B-B14F-4D97-AF65-F5344CB8AC3E}">
        <p14:creationId xmlns:p14="http://schemas.microsoft.com/office/powerpoint/2010/main" val="2891088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2ACDCA-BE35-FAA9-7E27-2FDAD4F23841}"/>
            </a:ext>
          </a:extLst>
        </p:cNvPr>
        <p:cNvGrpSpPr/>
        <p:nvPr/>
      </p:nvGrpSpPr>
      <p:grpSpPr>
        <a:xfrm>
          <a:off x="0" y="0"/>
          <a:ext cx="0" cy="0"/>
          <a:chOff x="0" y="0"/>
          <a:chExt cx="0" cy="0"/>
        </a:xfrm>
      </p:grpSpPr>
      <p:cxnSp>
        <p:nvCxnSpPr>
          <p:cNvPr id="52" name="Straight Connector 51">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66" name="Rectangle 65">
            <a:extLst>
              <a:ext uri="{FF2B5EF4-FFF2-40B4-BE49-F238E27FC236}">
                <a16:creationId xmlns:a16="http://schemas.microsoft.com/office/drawing/2014/main" id="{2096EABF-579F-4307-8952-04905085F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23">
            <a:extLst>
              <a:ext uri="{FF2B5EF4-FFF2-40B4-BE49-F238E27FC236}">
                <a16:creationId xmlns:a16="http://schemas.microsoft.com/office/drawing/2014/main" id="{233D9D3E-2FB8-42AA-B5E5-1EAB4DA920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556" y="-14280"/>
            <a:ext cx="4615080" cy="687227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240216 w 5664007"/>
              <a:gd name="connsiteY0" fmla="*/ 0 h 6857998"/>
              <a:gd name="connsiteX1" fmla="*/ 5664007 w 5664007"/>
              <a:gd name="connsiteY1" fmla="*/ 0 h 6857998"/>
              <a:gd name="connsiteX2" fmla="*/ 5664007 w 5664007"/>
              <a:gd name="connsiteY2" fmla="*/ 6857998 h 6857998"/>
              <a:gd name="connsiteX3" fmla="*/ 0 w 5664007"/>
              <a:gd name="connsiteY3" fmla="*/ 6846045 h 6857998"/>
              <a:gd name="connsiteX4" fmla="*/ 2240216 w 5664007"/>
              <a:gd name="connsiteY4" fmla="*/ 0 h 6857998"/>
              <a:gd name="connsiteX0" fmla="*/ 2170935 w 5594726"/>
              <a:gd name="connsiteY0" fmla="*/ 0 h 6865085"/>
              <a:gd name="connsiteX1" fmla="*/ 5594726 w 5594726"/>
              <a:gd name="connsiteY1" fmla="*/ 0 h 6865085"/>
              <a:gd name="connsiteX2" fmla="*/ 5594726 w 5594726"/>
              <a:gd name="connsiteY2" fmla="*/ 6857998 h 6865085"/>
              <a:gd name="connsiteX3" fmla="*/ 0 w 5594726"/>
              <a:gd name="connsiteY3" fmla="*/ 6865085 h 6865085"/>
              <a:gd name="connsiteX4" fmla="*/ 2170935 w 5594726"/>
              <a:gd name="connsiteY4" fmla="*/ 0 h 6865085"/>
              <a:gd name="connsiteX0" fmla="*/ 2170935 w 5594726"/>
              <a:gd name="connsiteY0" fmla="*/ 0 h 6868625"/>
              <a:gd name="connsiteX1" fmla="*/ 5594726 w 5594726"/>
              <a:gd name="connsiteY1" fmla="*/ 0 h 6868625"/>
              <a:gd name="connsiteX2" fmla="*/ 5594726 w 5594726"/>
              <a:gd name="connsiteY2" fmla="*/ 6868625 h 6868625"/>
              <a:gd name="connsiteX3" fmla="*/ 0 w 5594726"/>
              <a:gd name="connsiteY3" fmla="*/ 6865085 h 6868625"/>
              <a:gd name="connsiteX4" fmla="*/ 2170935 w 5594726"/>
              <a:gd name="connsiteY4" fmla="*/ 0 h 6868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4726" h="6868625">
                <a:moveTo>
                  <a:pt x="2170935" y="0"/>
                </a:moveTo>
                <a:lnTo>
                  <a:pt x="5594726" y="0"/>
                </a:lnTo>
                <a:lnTo>
                  <a:pt x="5594726" y="6868625"/>
                </a:lnTo>
                <a:lnTo>
                  <a:pt x="0" y="6865085"/>
                </a:lnTo>
                <a:lnTo>
                  <a:pt x="2170935"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1836C679-ADC8-FA20-9326-1817320764D2}"/>
              </a:ext>
            </a:extLst>
          </p:cNvPr>
          <p:cNvSpPr>
            <a:spLocks noGrp="1"/>
          </p:cNvSpPr>
          <p:nvPr>
            <p:ph type="title"/>
          </p:nvPr>
        </p:nvSpPr>
        <p:spPr>
          <a:xfrm>
            <a:off x="128241" y="940558"/>
            <a:ext cx="3855721" cy="3150159"/>
          </a:xfrm>
        </p:spPr>
        <p:txBody>
          <a:bodyPr anchor="t">
            <a:normAutofit/>
          </a:bodyPr>
          <a:lstStyle/>
          <a:p>
            <a:r>
              <a:rPr lang="en-US" sz="2800" b="1" dirty="0"/>
              <a:t>Clean data</a:t>
            </a:r>
            <a:endParaRPr lang="he-IL" sz="2800" b="1" dirty="0"/>
          </a:p>
        </p:txBody>
      </p:sp>
      <p:cxnSp>
        <p:nvCxnSpPr>
          <p:cNvPr id="70" name="Straight Connector 69">
            <a:extLst>
              <a:ext uri="{FF2B5EF4-FFF2-40B4-BE49-F238E27FC236}">
                <a16:creationId xmlns:a16="http://schemas.microsoft.com/office/drawing/2014/main" id="{69FBE6D3-8499-4BE7-8C12-1BA9F0150E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3558" y="0"/>
            <a:ext cx="6705601" cy="8096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E35C1B90-3208-4854-BFDE-310A02639F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514060" y="1"/>
            <a:ext cx="510363" cy="685799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FB20B9B-B58D-4A05-87A2-6F8C78BD7CB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365123"/>
            <a:ext cx="589522" cy="64928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18CC7CE6-73AD-436F-BC95-066CC95065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340702" y="-10737"/>
            <a:ext cx="2851297" cy="16800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0192C383-6990-4C74-A5FF-EAB4A1EA29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3557" y="6045958"/>
            <a:ext cx="6876857" cy="81204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8" name="תמונה 7" descr="תמונה שמכילה טקסט, צילום מסך, גופן, מספר&#10;&#10;תוכן בינה מלאכותית גנרטיבית עשוי להיות שגוי.">
            <a:extLst>
              <a:ext uri="{FF2B5EF4-FFF2-40B4-BE49-F238E27FC236}">
                <a16:creationId xmlns:a16="http://schemas.microsoft.com/office/drawing/2014/main" id="{7EDDF19E-DD2C-8D99-4D2E-EE4E259A20A7}"/>
              </a:ext>
            </a:extLst>
          </p:cNvPr>
          <p:cNvPicPr>
            <a:picLocks noChangeAspect="1"/>
          </p:cNvPicPr>
          <p:nvPr/>
        </p:nvPicPr>
        <p:blipFill>
          <a:blip r:embed="rId2"/>
          <a:stretch>
            <a:fillRect/>
          </a:stretch>
        </p:blipFill>
        <p:spPr>
          <a:xfrm>
            <a:off x="4959921" y="544956"/>
            <a:ext cx="6583236" cy="5746090"/>
          </a:xfrm>
          <a:prstGeom prst="rect">
            <a:avLst/>
          </a:prstGeom>
        </p:spPr>
      </p:pic>
    </p:spTree>
    <p:extLst>
      <p:ext uri="{BB962C8B-B14F-4D97-AF65-F5344CB8AC3E}">
        <p14:creationId xmlns:p14="http://schemas.microsoft.com/office/powerpoint/2010/main" val="4203968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F12A22-454D-1B20-3F5C-0C8BA8956343}"/>
            </a:ext>
          </a:extLst>
        </p:cNvPr>
        <p:cNvGrpSpPr/>
        <p:nvPr/>
      </p:nvGrpSpPr>
      <p:grpSpPr>
        <a:xfrm>
          <a:off x="0" y="0"/>
          <a:ext cx="0" cy="0"/>
          <a:chOff x="0" y="0"/>
          <a:chExt cx="0" cy="0"/>
        </a:xfrm>
      </p:grpSpPr>
      <p:cxnSp>
        <p:nvCxnSpPr>
          <p:cNvPr id="52" name="Straight Connector 51">
            <a:extLst>
              <a:ext uri="{FF2B5EF4-FFF2-40B4-BE49-F238E27FC236}">
                <a16:creationId xmlns:a16="http://schemas.microsoft.com/office/drawing/2014/main" id="{27686432-3732-E53E-D800-250A51B1DEE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3DEFB10-243B-8D01-EC8A-1D2C4898781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771718AB-4F79-3AF5-A146-CDAFAFEAB0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DFC0B91-48D7-EFB3-9303-C568F8425EF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E1030E68-13F0-D83A-3F67-C975E252E1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B40B6162-7A72-E60B-8559-532F80AD4E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FFF8B6B-E3F0-E302-EB71-1F0B09AE77B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66" name="Rectangle 65">
            <a:extLst>
              <a:ext uri="{FF2B5EF4-FFF2-40B4-BE49-F238E27FC236}">
                <a16:creationId xmlns:a16="http://schemas.microsoft.com/office/drawing/2014/main" id="{721EA924-8D76-EDA3-C167-832C695D6E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23">
            <a:extLst>
              <a:ext uri="{FF2B5EF4-FFF2-40B4-BE49-F238E27FC236}">
                <a16:creationId xmlns:a16="http://schemas.microsoft.com/office/drawing/2014/main" id="{21F05548-42EF-351E-B998-66F12054C5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556" y="-14280"/>
            <a:ext cx="4615080" cy="687227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240216 w 5664007"/>
              <a:gd name="connsiteY0" fmla="*/ 0 h 6857998"/>
              <a:gd name="connsiteX1" fmla="*/ 5664007 w 5664007"/>
              <a:gd name="connsiteY1" fmla="*/ 0 h 6857998"/>
              <a:gd name="connsiteX2" fmla="*/ 5664007 w 5664007"/>
              <a:gd name="connsiteY2" fmla="*/ 6857998 h 6857998"/>
              <a:gd name="connsiteX3" fmla="*/ 0 w 5664007"/>
              <a:gd name="connsiteY3" fmla="*/ 6846045 h 6857998"/>
              <a:gd name="connsiteX4" fmla="*/ 2240216 w 5664007"/>
              <a:gd name="connsiteY4" fmla="*/ 0 h 6857998"/>
              <a:gd name="connsiteX0" fmla="*/ 2170935 w 5594726"/>
              <a:gd name="connsiteY0" fmla="*/ 0 h 6865085"/>
              <a:gd name="connsiteX1" fmla="*/ 5594726 w 5594726"/>
              <a:gd name="connsiteY1" fmla="*/ 0 h 6865085"/>
              <a:gd name="connsiteX2" fmla="*/ 5594726 w 5594726"/>
              <a:gd name="connsiteY2" fmla="*/ 6857998 h 6865085"/>
              <a:gd name="connsiteX3" fmla="*/ 0 w 5594726"/>
              <a:gd name="connsiteY3" fmla="*/ 6865085 h 6865085"/>
              <a:gd name="connsiteX4" fmla="*/ 2170935 w 5594726"/>
              <a:gd name="connsiteY4" fmla="*/ 0 h 6865085"/>
              <a:gd name="connsiteX0" fmla="*/ 2170935 w 5594726"/>
              <a:gd name="connsiteY0" fmla="*/ 0 h 6868625"/>
              <a:gd name="connsiteX1" fmla="*/ 5594726 w 5594726"/>
              <a:gd name="connsiteY1" fmla="*/ 0 h 6868625"/>
              <a:gd name="connsiteX2" fmla="*/ 5594726 w 5594726"/>
              <a:gd name="connsiteY2" fmla="*/ 6868625 h 6868625"/>
              <a:gd name="connsiteX3" fmla="*/ 0 w 5594726"/>
              <a:gd name="connsiteY3" fmla="*/ 6865085 h 6868625"/>
              <a:gd name="connsiteX4" fmla="*/ 2170935 w 5594726"/>
              <a:gd name="connsiteY4" fmla="*/ 0 h 6868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4726" h="6868625">
                <a:moveTo>
                  <a:pt x="2170935" y="0"/>
                </a:moveTo>
                <a:lnTo>
                  <a:pt x="5594726" y="0"/>
                </a:lnTo>
                <a:lnTo>
                  <a:pt x="5594726" y="6868625"/>
                </a:lnTo>
                <a:lnTo>
                  <a:pt x="0" y="6865085"/>
                </a:lnTo>
                <a:lnTo>
                  <a:pt x="2170935"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72B90CCC-A61A-6824-BF41-91547A8CCB09}"/>
              </a:ext>
            </a:extLst>
          </p:cNvPr>
          <p:cNvSpPr>
            <a:spLocks noGrp="1"/>
          </p:cNvSpPr>
          <p:nvPr>
            <p:ph type="title"/>
          </p:nvPr>
        </p:nvSpPr>
        <p:spPr>
          <a:xfrm>
            <a:off x="128241" y="940558"/>
            <a:ext cx="3855721" cy="3150159"/>
          </a:xfrm>
        </p:spPr>
        <p:txBody>
          <a:bodyPr anchor="t">
            <a:normAutofit/>
          </a:bodyPr>
          <a:lstStyle/>
          <a:p>
            <a:r>
              <a:rPr lang="en-US" sz="2800" b="1" dirty="0"/>
              <a:t>Clean data</a:t>
            </a:r>
            <a:br>
              <a:rPr lang="en-US" sz="2800" b="1" dirty="0"/>
            </a:br>
            <a:br>
              <a:rPr lang="en-US" sz="2800" b="1" dirty="0"/>
            </a:br>
            <a:r>
              <a:rPr lang="en-US" sz="2800" b="1" dirty="0">
                <a:solidFill>
                  <a:schemeClr val="accent2">
                    <a:lumMod val="75000"/>
                  </a:schemeClr>
                </a:solidFill>
              </a:rPr>
              <a:t>Test</a:t>
            </a:r>
            <a:endParaRPr lang="he-IL" sz="2800" b="1" dirty="0">
              <a:solidFill>
                <a:schemeClr val="accent2">
                  <a:lumMod val="75000"/>
                </a:schemeClr>
              </a:solidFill>
            </a:endParaRPr>
          </a:p>
        </p:txBody>
      </p:sp>
      <p:cxnSp>
        <p:nvCxnSpPr>
          <p:cNvPr id="70" name="Straight Connector 69">
            <a:extLst>
              <a:ext uri="{FF2B5EF4-FFF2-40B4-BE49-F238E27FC236}">
                <a16:creationId xmlns:a16="http://schemas.microsoft.com/office/drawing/2014/main" id="{9B4257DD-A5C6-5D08-9539-8EC3E6E7540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3558" y="0"/>
            <a:ext cx="6705601" cy="8096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7E950E9-02CE-2663-7648-F254655FD9B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514060" y="1"/>
            <a:ext cx="510363" cy="685799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27397231-BCD5-52B9-E2EA-7C81F268CE4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365123"/>
            <a:ext cx="589522" cy="64928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AD1F644D-A2EC-5BA1-86D1-2CB574F127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340702" y="-10737"/>
            <a:ext cx="2851297" cy="16800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2C916D06-5415-24D8-A45B-0150014AA86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3557" y="6045958"/>
            <a:ext cx="6876857" cy="81204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6" name="תמונה 5" descr="תמונה שמכילה טקסט, צילום מסך, מסמך, גופן&#10;&#10;תוכן בינה מלאכותית גנרטיבית עשוי להיות שגוי.">
            <a:extLst>
              <a:ext uri="{FF2B5EF4-FFF2-40B4-BE49-F238E27FC236}">
                <a16:creationId xmlns:a16="http://schemas.microsoft.com/office/drawing/2014/main" id="{09921231-4ED2-C6F2-48ED-7BB666600075}"/>
              </a:ext>
            </a:extLst>
          </p:cNvPr>
          <p:cNvPicPr>
            <a:picLocks noChangeAspect="1"/>
          </p:cNvPicPr>
          <p:nvPr/>
        </p:nvPicPr>
        <p:blipFill>
          <a:blip r:embed="rId2"/>
          <a:stretch>
            <a:fillRect/>
          </a:stretch>
        </p:blipFill>
        <p:spPr>
          <a:xfrm>
            <a:off x="6199912" y="277858"/>
            <a:ext cx="4272620" cy="6265817"/>
          </a:xfrm>
          <a:prstGeom prst="rect">
            <a:avLst/>
          </a:prstGeom>
        </p:spPr>
      </p:pic>
    </p:spTree>
    <p:extLst>
      <p:ext uri="{BB962C8B-B14F-4D97-AF65-F5344CB8AC3E}">
        <p14:creationId xmlns:p14="http://schemas.microsoft.com/office/powerpoint/2010/main" val="1191691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17" name="Straight Connector 7">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9">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0" name="Straight Connector 13">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5">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7">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9">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124" name="Rectangle 21">
            <a:extLst>
              <a:ext uri="{FF2B5EF4-FFF2-40B4-BE49-F238E27FC236}">
                <a16:creationId xmlns:a16="http://schemas.microsoft.com/office/drawing/2014/main" id="{81775E6C-9FE7-4AE4-ABE7-2568D95DEA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23">
            <a:extLst>
              <a:ext uri="{FF2B5EF4-FFF2-40B4-BE49-F238E27FC236}">
                <a16:creationId xmlns:a16="http://schemas.microsoft.com/office/drawing/2014/main" id="{6F1D8699-067D-4768-9F87-3E302B3797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3"/>
            <a:ext cx="12192000" cy="20089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FAC2AD04-EF98-8B61-F12B-E1F6CB701B97}"/>
              </a:ext>
            </a:extLst>
          </p:cNvPr>
          <p:cNvSpPr>
            <a:spLocks noGrp="1"/>
          </p:cNvSpPr>
          <p:nvPr>
            <p:ph type="title" idx="4294967295"/>
          </p:nvPr>
        </p:nvSpPr>
        <p:spPr>
          <a:xfrm>
            <a:off x="1129552" y="584791"/>
            <a:ext cx="9932896" cy="1148665"/>
          </a:xfrm>
        </p:spPr>
        <p:txBody>
          <a:bodyPr>
            <a:normAutofit/>
          </a:bodyPr>
          <a:lstStyle/>
          <a:p>
            <a:r>
              <a:rPr lang="en-US" b="1" i="1"/>
              <a:t>The Core Questions</a:t>
            </a:r>
            <a:endParaRPr lang="he-IL"/>
          </a:p>
        </p:txBody>
      </p:sp>
      <p:cxnSp>
        <p:nvCxnSpPr>
          <p:cNvPr id="126" name="Straight Connector 25">
            <a:extLst>
              <a:ext uri="{FF2B5EF4-FFF2-40B4-BE49-F238E27FC236}">
                <a16:creationId xmlns:a16="http://schemas.microsoft.com/office/drawing/2014/main" id="{E8A66062-E0FE-4EE7-9840-EC05B87ACF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27">
            <a:extLst>
              <a:ext uri="{FF2B5EF4-FFF2-40B4-BE49-F238E27FC236}">
                <a16:creationId xmlns:a16="http://schemas.microsoft.com/office/drawing/2014/main" id="{7A364443-B44B-44C9-B8C4-AED23CB6215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49745" y="0"/>
            <a:ext cx="340591" cy="200955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29">
            <a:extLst>
              <a:ext uri="{FF2B5EF4-FFF2-40B4-BE49-F238E27FC236}">
                <a16:creationId xmlns:a16="http://schemas.microsoft.com/office/drawing/2014/main" id="{A3B4C179-2540-4304-9C9C-2AAAA53EFDC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1313983"/>
            <a:ext cx="1769035" cy="69557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31">
            <a:extLst>
              <a:ext uri="{FF2B5EF4-FFF2-40B4-BE49-F238E27FC236}">
                <a16:creationId xmlns:a16="http://schemas.microsoft.com/office/drawing/2014/main" id="{C5950BAB-F521-4A52-A263-D105789771E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1150" y="1185530"/>
            <a:ext cx="4860850" cy="8240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33">
            <a:extLst>
              <a:ext uri="{FF2B5EF4-FFF2-40B4-BE49-F238E27FC236}">
                <a16:creationId xmlns:a16="http://schemas.microsoft.com/office/drawing/2014/main" id="{B3087726-EFA7-48B6-8527-80902BB5587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968704" y="14436"/>
            <a:ext cx="2147217" cy="199511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35">
            <a:extLst>
              <a:ext uri="{FF2B5EF4-FFF2-40B4-BE49-F238E27FC236}">
                <a16:creationId xmlns:a16="http://schemas.microsoft.com/office/drawing/2014/main" id="{8E972B62-9819-493C-A305-2C04A2D4325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94353" y="0"/>
            <a:ext cx="239059" cy="200955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132" name="מציין מיקום תוכן 2">
            <a:extLst>
              <a:ext uri="{FF2B5EF4-FFF2-40B4-BE49-F238E27FC236}">
                <a16:creationId xmlns:a16="http://schemas.microsoft.com/office/drawing/2014/main" id="{F877052A-3BE9-870F-A052-DE82F8765FC1}"/>
              </a:ext>
            </a:extLst>
          </p:cNvPr>
          <p:cNvSpPr>
            <a:spLocks noGrp="1"/>
          </p:cNvSpPr>
          <p:nvPr>
            <p:ph idx="4294967295"/>
          </p:nvPr>
        </p:nvSpPr>
        <p:spPr>
          <a:xfrm>
            <a:off x="1129552" y="2595503"/>
            <a:ext cx="9932896" cy="3553660"/>
          </a:xfrm>
        </p:spPr>
        <p:txBody>
          <a:bodyPr anchor="ctr">
            <a:normAutofit/>
          </a:bodyPr>
          <a:lstStyle/>
          <a:p>
            <a:pPr marL="457200" indent="-457200" fontAlgn="base">
              <a:buFont typeface="+mj-lt"/>
              <a:buAutoNum type="arabicPeriod"/>
            </a:pPr>
            <a:r>
              <a:rPr lang="en-US" dirty="0"/>
              <a:t>Can we predict the chances of a tumor recurrence based on data parameters?</a:t>
            </a:r>
          </a:p>
          <a:p>
            <a:pPr marL="457200" indent="-457200" fontAlgn="base">
              <a:buFont typeface="+mj-lt"/>
              <a:buAutoNum type="arabicPeriod"/>
            </a:pPr>
            <a:r>
              <a:rPr lang="en-US" dirty="0"/>
              <a:t>Is there a correlation between the survival time and the age of the patient (at the time of diagnosis)?</a:t>
            </a:r>
          </a:p>
          <a:p>
            <a:pPr marL="457200" indent="-457200" fontAlgn="base">
              <a:buFont typeface="+mj-lt"/>
              <a:buAutoNum type="arabicPeriod"/>
            </a:pPr>
            <a:r>
              <a:rPr lang="en-US" dirty="0"/>
              <a:t>Is there a connection between the survival time and the patient's gender?</a:t>
            </a:r>
          </a:p>
          <a:p>
            <a:pPr marL="457200" indent="-457200" fontAlgn="base">
              <a:buFont typeface="+mj-lt"/>
              <a:buAutoNum type="arabicPeriod"/>
            </a:pPr>
            <a:r>
              <a:rPr lang="en-US" dirty="0"/>
              <a:t>Can we predict the treatment outcome based on the chosen treatment?</a:t>
            </a:r>
          </a:p>
          <a:p>
            <a:pPr marL="457200" indent="-457200" fontAlgn="base">
              <a:buFont typeface="+mj-lt"/>
              <a:buAutoNum type="arabicPeriod"/>
            </a:pPr>
            <a:r>
              <a:rPr lang="en-US" dirty="0"/>
              <a:t>Can tumor type predict the tumor grade at initial diagnosis?</a:t>
            </a:r>
          </a:p>
          <a:p>
            <a:pPr marL="0" indent="0">
              <a:buNone/>
            </a:pPr>
            <a:endParaRPr lang="he-IL" dirty="0"/>
          </a:p>
        </p:txBody>
      </p:sp>
    </p:spTree>
    <p:extLst>
      <p:ext uri="{BB962C8B-B14F-4D97-AF65-F5344CB8AC3E}">
        <p14:creationId xmlns:p14="http://schemas.microsoft.com/office/powerpoint/2010/main" val="689710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E0FC08-D5C2-4F66-1D90-42B6BDCFD169}"/>
            </a:ext>
          </a:extLst>
        </p:cNvPr>
        <p:cNvGrpSpPr/>
        <p:nvPr/>
      </p:nvGrpSpPr>
      <p:grpSpPr>
        <a:xfrm>
          <a:off x="0" y="0"/>
          <a:ext cx="0" cy="0"/>
          <a:chOff x="0" y="0"/>
          <a:chExt cx="0" cy="0"/>
        </a:xfrm>
      </p:grpSpPr>
      <p:cxnSp>
        <p:nvCxnSpPr>
          <p:cNvPr id="117" name="Straight Connector 7">
            <a:extLst>
              <a:ext uri="{FF2B5EF4-FFF2-40B4-BE49-F238E27FC236}">
                <a16:creationId xmlns:a16="http://schemas.microsoft.com/office/drawing/2014/main" id="{1DD68187-2546-5BF0-BBE5-D1898C1E191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9">
            <a:extLst>
              <a:ext uri="{FF2B5EF4-FFF2-40B4-BE49-F238E27FC236}">
                <a16:creationId xmlns:a16="http://schemas.microsoft.com/office/drawing/2014/main" id="{91476BB9-FA8B-AAA4-B41E-ACE5A9B110E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
            <a:extLst>
              <a:ext uri="{FF2B5EF4-FFF2-40B4-BE49-F238E27FC236}">
                <a16:creationId xmlns:a16="http://schemas.microsoft.com/office/drawing/2014/main" id="{E6004298-6B3E-5FA8-9E52-CFDDC8F2CF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0" name="Straight Connector 13">
            <a:extLst>
              <a:ext uri="{FF2B5EF4-FFF2-40B4-BE49-F238E27FC236}">
                <a16:creationId xmlns:a16="http://schemas.microsoft.com/office/drawing/2014/main" id="{BD6B6ACF-AD50-B728-1FCB-6BD0C4B8045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5">
            <a:extLst>
              <a:ext uri="{FF2B5EF4-FFF2-40B4-BE49-F238E27FC236}">
                <a16:creationId xmlns:a16="http://schemas.microsoft.com/office/drawing/2014/main" id="{D9CE80A5-825C-EF01-1DF9-56A3253313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7">
            <a:extLst>
              <a:ext uri="{FF2B5EF4-FFF2-40B4-BE49-F238E27FC236}">
                <a16:creationId xmlns:a16="http://schemas.microsoft.com/office/drawing/2014/main" id="{002BDF72-47E4-4A72-F0C8-FB5C390042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9">
            <a:extLst>
              <a:ext uri="{FF2B5EF4-FFF2-40B4-BE49-F238E27FC236}">
                <a16:creationId xmlns:a16="http://schemas.microsoft.com/office/drawing/2014/main" id="{E1974EFD-E8FD-9200-E33B-42898B10BF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124" name="Rectangle 21">
            <a:extLst>
              <a:ext uri="{FF2B5EF4-FFF2-40B4-BE49-F238E27FC236}">
                <a16:creationId xmlns:a16="http://schemas.microsoft.com/office/drawing/2014/main" id="{C06F13B5-D898-8EB2-7B1A-FA1B2ECBE9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23">
            <a:extLst>
              <a:ext uri="{FF2B5EF4-FFF2-40B4-BE49-F238E27FC236}">
                <a16:creationId xmlns:a16="http://schemas.microsoft.com/office/drawing/2014/main" id="{11F2F07E-1B07-2B46-4DE1-70415C485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3"/>
            <a:ext cx="12192000" cy="20089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FAF5024C-7B1B-2191-2A1C-C877C01EB1D7}"/>
              </a:ext>
            </a:extLst>
          </p:cNvPr>
          <p:cNvSpPr>
            <a:spLocks noGrp="1"/>
          </p:cNvSpPr>
          <p:nvPr>
            <p:ph type="title" idx="4294967295"/>
          </p:nvPr>
        </p:nvSpPr>
        <p:spPr>
          <a:xfrm>
            <a:off x="1129552" y="584791"/>
            <a:ext cx="9932896" cy="1148665"/>
          </a:xfrm>
        </p:spPr>
        <p:txBody>
          <a:bodyPr>
            <a:normAutofit/>
          </a:bodyPr>
          <a:lstStyle/>
          <a:p>
            <a:r>
              <a:rPr lang="en-US" dirty="0"/>
              <a:t>P value</a:t>
            </a:r>
            <a:endParaRPr lang="he-IL" dirty="0"/>
          </a:p>
        </p:txBody>
      </p:sp>
      <p:cxnSp>
        <p:nvCxnSpPr>
          <p:cNvPr id="126" name="Straight Connector 25">
            <a:extLst>
              <a:ext uri="{FF2B5EF4-FFF2-40B4-BE49-F238E27FC236}">
                <a16:creationId xmlns:a16="http://schemas.microsoft.com/office/drawing/2014/main" id="{3C9C7412-9E38-EF2E-7878-CC8727A9DA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27">
            <a:extLst>
              <a:ext uri="{FF2B5EF4-FFF2-40B4-BE49-F238E27FC236}">
                <a16:creationId xmlns:a16="http://schemas.microsoft.com/office/drawing/2014/main" id="{2461C7E8-17D7-F4B7-A338-0024C18973C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49745" y="0"/>
            <a:ext cx="340591" cy="200955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29">
            <a:extLst>
              <a:ext uri="{FF2B5EF4-FFF2-40B4-BE49-F238E27FC236}">
                <a16:creationId xmlns:a16="http://schemas.microsoft.com/office/drawing/2014/main" id="{0978FABD-F2FC-F8DB-554F-67FC9E5166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1313983"/>
            <a:ext cx="1769035" cy="69557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31">
            <a:extLst>
              <a:ext uri="{FF2B5EF4-FFF2-40B4-BE49-F238E27FC236}">
                <a16:creationId xmlns:a16="http://schemas.microsoft.com/office/drawing/2014/main" id="{8EF7A629-4F22-51DD-EBA1-A605A60BBF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1150" y="1185530"/>
            <a:ext cx="4860850" cy="8240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33">
            <a:extLst>
              <a:ext uri="{FF2B5EF4-FFF2-40B4-BE49-F238E27FC236}">
                <a16:creationId xmlns:a16="http://schemas.microsoft.com/office/drawing/2014/main" id="{914BB920-BEBA-2A6B-E34B-58B3023984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968704" y="14436"/>
            <a:ext cx="2147217" cy="199511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35">
            <a:extLst>
              <a:ext uri="{FF2B5EF4-FFF2-40B4-BE49-F238E27FC236}">
                <a16:creationId xmlns:a16="http://schemas.microsoft.com/office/drawing/2014/main" id="{F4056E4B-C30A-9DD3-0424-E7337D61A0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94353" y="0"/>
            <a:ext cx="239059" cy="200955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132" name="מציין מיקום תוכן 2">
            <a:extLst>
              <a:ext uri="{FF2B5EF4-FFF2-40B4-BE49-F238E27FC236}">
                <a16:creationId xmlns:a16="http://schemas.microsoft.com/office/drawing/2014/main" id="{A856289F-DFA9-9720-7209-D4B25C700B6B}"/>
              </a:ext>
            </a:extLst>
          </p:cNvPr>
          <p:cNvSpPr>
            <a:spLocks noGrp="1"/>
          </p:cNvSpPr>
          <p:nvPr>
            <p:ph idx="4294967295"/>
          </p:nvPr>
        </p:nvSpPr>
        <p:spPr>
          <a:xfrm>
            <a:off x="1129551" y="2595503"/>
            <a:ext cx="10055389" cy="3553660"/>
          </a:xfrm>
        </p:spPr>
        <p:txBody>
          <a:bodyPr anchor="ctr">
            <a:normAutofit/>
          </a:bodyPr>
          <a:lstStyle/>
          <a:p>
            <a:pPr marL="0" indent="0">
              <a:lnSpc>
                <a:spcPct val="200000"/>
              </a:lnSpc>
              <a:buNone/>
            </a:pPr>
            <a:r>
              <a:rPr lang="he-IL" altLang="he-IL" sz="2000" dirty="0" err="1">
                <a:solidFill>
                  <a:schemeClr val="accent2">
                    <a:lumMod val="75000"/>
                  </a:schemeClr>
                </a:solidFill>
                <a:latin typeface="Arial" panose="020B0604020202020204" pitchFamily="34" charset="0"/>
              </a:rPr>
              <a:t>The</a:t>
            </a:r>
            <a:r>
              <a:rPr lang="he-IL" altLang="he-IL" sz="2000" dirty="0">
                <a:solidFill>
                  <a:schemeClr val="accent2">
                    <a:lumMod val="75000"/>
                  </a:schemeClr>
                </a:solidFill>
                <a:latin typeface="Arial" panose="020B0604020202020204" pitchFamily="34" charset="0"/>
              </a:rPr>
              <a:t> p </a:t>
            </a:r>
            <a:r>
              <a:rPr lang="he-IL" altLang="he-IL" sz="2000" dirty="0" err="1">
                <a:solidFill>
                  <a:schemeClr val="accent2">
                    <a:lumMod val="75000"/>
                  </a:schemeClr>
                </a:solidFill>
                <a:latin typeface="Arial" panose="020B0604020202020204" pitchFamily="34" charset="0"/>
              </a:rPr>
              <a:t>value</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is</a:t>
            </a:r>
            <a:r>
              <a:rPr lang="he-IL" altLang="he-IL" sz="2000" dirty="0">
                <a:solidFill>
                  <a:schemeClr val="accent2">
                    <a:lumMod val="75000"/>
                  </a:schemeClr>
                </a:solidFill>
                <a:latin typeface="Arial" panose="020B0604020202020204" pitchFamily="34" charset="0"/>
              </a:rPr>
              <a:t> a </a:t>
            </a:r>
            <a:r>
              <a:rPr lang="he-IL" altLang="he-IL" sz="2000" dirty="0" err="1">
                <a:solidFill>
                  <a:schemeClr val="accent2">
                    <a:lumMod val="75000"/>
                  </a:schemeClr>
                </a:solidFill>
                <a:latin typeface="Arial" panose="020B0604020202020204" pitchFamily="34" charset="0"/>
              </a:rPr>
              <a:t>statistical</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measure</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that</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indicates</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the</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probability</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that</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the</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observed</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results</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occurred</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by</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chance</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Typically</a:t>
            </a:r>
            <a:r>
              <a:rPr lang="he-IL" altLang="he-IL" sz="2000" dirty="0">
                <a:solidFill>
                  <a:schemeClr val="accent2">
                    <a:lumMod val="75000"/>
                  </a:schemeClr>
                </a:solidFill>
                <a:latin typeface="Arial" panose="020B0604020202020204" pitchFamily="34" charset="0"/>
              </a:rPr>
              <a:t>, a p </a:t>
            </a:r>
            <a:r>
              <a:rPr lang="he-IL" altLang="he-IL" sz="2000" dirty="0" err="1">
                <a:solidFill>
                  <a:schemeClr val="accent2">
                    <a:lumMod val="75000"/>
                  </a:schemeClr>
                </a:solidFill>
                <a:latin typeface="Arial" panose="020B0604020202020204" pitchFamily="34" charset="0"/>
              </a:rPr>
              <a:t>value</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less</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than</a:t>
            </a:r>
            <a:r>
              <a:rPr lang="he-IL" altLang="he-IL" sz="2000" dirty="0">
                <a:solidFill>
                  <a:schemeClr val="accent2">
                    <a:lumMod val="75000"/>
                  </a:schemeClr>
                </a:solidFill>
                <a:latin typeface="Arial" panose="020B0604020202020204" pitchFamily="34" charset="0"/>
              </a:rPr>
              <a:t> 0.05 </a:t>
            </a:r>
            <a:r>
              <a:rPr lang="he-IL" altLang="he-IL" sz="2000" dirty="0" err="1">
                <a:solidFill>
                  <a:schemeClr val="accent2">
                    <a:lumMod val="75000"/>
                  </a:schemeClr>
                </a:solidFill>
                <a:latin typeface="Arial" panose="020B0604020202020204" pitchFamily="34" charset="0"/>
              </a:rPr>
              <a:t>is</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considered</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statistically</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significant</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meaning</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we</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would</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expect</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to</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see</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such</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results</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in</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less</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than</a:t>
            </a:r>
            <a:r>
              <a:rPr lang="he-IL" altLang="he-IL" sz="2000" dirty="0">
                <a:solidFill>
                  <a:schemeClr val="accent2">
                    <a:lumMod val="75000"/>
                  </a:schemeClr>
                </a:solidFill>
                <a:latin typeface="Arial" panose="020B0604020202020204" pitchFamily="34" charset="0"/>
              </a:rPr>
              <a:t> 5% </a:t>
            </a:r>
            <a:r>
              <a:rPr lang="he-IL" altLang="he-IL" sz="2000" dirty="0" err="1">
                <a:solidFill>
                  <a:schemeClr val="accent2">
                    <a:lumMod val="75000"/>
                  </a:schemeClr>
                </a:solidFill>
                <a:latin typeface="Arial" panose="020B0604020202020204" pitchFamily="34" charset="0"/>
              </a:rPr>
              <a:t>of</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cases</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if</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there</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were</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actually</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no</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real</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effect</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It</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is</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used</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to</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determine</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whether</a:t>
            </a:r>
            <a:r>
              <a:rPr lang="he-IL" altLang="he-IL" sz="2000" dirty="0">
                <a:solidFill>
                  <a:schemeClr val="accent2">
                    <a:lumMod val="75000"/>
                  </a:schemeClr>
                </a:solidFill>
                <a:latin typeface="Arial" panose="020B0604020202020204" pitchFamily="34" charset="0"/>
              </a:rPr>
              <a:t> a </a:t>
            </a:r>
            <a:r>
              <a:rPr lang="he-IL" altLang="he-IL" sz="2000" dirty="0" err="1">
                <a:solidFill>
                  <a:schemeClr val="accent2">
                    <a:lumMod val="75000"/>
                  </a:schemeClr>
                </a:solidFill>
                <a:latin typeface="Arial" panose="020B0604020202020204" pitchFamily="34" charset="0"/>
              </a:rPr>
              <a:t>relationship</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or</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difference</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between</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variables</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is</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likely</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real</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or</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just</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due</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to</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random</a:t>
            </a:r>
            <a:r>
              <a:rPr lang="he-IL" altLang="he-IL" sz="2000" dirty="0">
                <a:solidFill>
                  <a:schemeClr val="accent2">
                    <a:lumMod val="75000"/>
                  </a:schemeClr>
                </a:solidFill>
                <a:latin typeface="Arial" panose="020B0604020202020204" pitchFamily="34" charset="0"/>
              </a:rPr>
              <a:t> </a:t>
            </a:r>
            <a:r>
              <a:rPr lang="he-IL" altLang="he-IL" sz="2000" dirty="0" err="1">
                <a:solidFill>
                  <a:schemeClr val="accent2">
                    <a:lumMod val="75000"/>
                  </a:schemeClr>
                </a:solidFill>
                <a:latin typeface="Arial" panose="020B0604020202020204" pitchFamily="34" charset="0"/>
              </a:rPr>
              <a:t>variation</a:t>
            </a:r>
            <a:r>
              <a:rPr lang="he-IL" altLang="he-IL" sz="2000" dirty="0">
                <a:solidFill>
                  <a:schemeClr val="accent2">
                    <a:lumMod val="75000"/>
                  </a:schemeClr>
                </a:solidFill>
                <a:latin typeface="Arial" panose="020B0604020202020204" pitchFamily="34" charset="0"/>
              </a:rPr>
              <a:t>.</a:t>
            </a:r>
          </a:p>
          <a:p>
            <a:pPr marL="0" indent="0">
              <a:buNone/>
            </a:pPr>
            <a:endParaRPr lang="he-IL" dirty="0"/>
          </a:p>
        </p:txBody>
      </p:sp>
    </p:spTree>
    <p:extLst>
      <p:ext uri="{BB962C8B-B14F-4D97-AF65-F5344CB8AC3E}">
        <p14:creationId xmlns:p14="http://schemas.microsoft.com/office/powerpoint/2010/main" val="1136859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8D413F-7E6A-7934-DDA7-81B17890E455}"/>
            </a:ext>
          </a:extLst>
        </p:cNvPr>
        <p:cNvGrpSpPr/>
        <p:nvPr/>
      </p:nvGrpSpPr>
      <p:grpSpPr>
        <a:xfrm>
          <a:off x="0" y="0"/>
          <a:ext cx="0" cy="0"/>
          <a:chOff x="0" y="0"/>
          <a:chExt cx="0" cy="0"/>
        </a:xfrm>
      </p:grpSpPr>
      <p:cxnSp>
        <p:nvCxnSpPr>
          <p:cNvPr id="39" name="Straight Connector 38">
            <a:extLst>
              <a:ext uri="{FF2B5EF4-FFF2-40B4-BE49-F238E27FC236}">
                <a16:creationId xmlns:a16="http://schemas.microsoft.com/office/drawing/2014/main" id="{B2A0472F-3453-674F-E01E-8C97454626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5FC67AC3-2290-A937-25D4-166D592253F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1D67C24-EE6A-8952-FE31-89656EA909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EF82ED0-612F-8031-7681-BB91FE880F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3FD591CC-0967-9CC1-395C-882E37A657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40280FC3-FFDF-5C99-3547-0785EC61FBB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391F3DA8-7A6B-8D39-6666-2C62D734F7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53" name="Rectangle 52">
            <a:extLst>
              <a:ext uri="{FF2B5EF4-FFF2-40B4-BE49-F238E27FC236}">
                <a16:creationId xmlns:a16="http://schemas.microsoft.com/office/drawing/2014/main" id="{C9517B30-2ACA-D7DE-9827-33E048FEC4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06E6DFBE-8FAD-DC74-251A-ABD365A0C3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49100"/>
            <a:ext cx="12192000" cy="20089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Connector 56">
            <a:extLst>
              <a:ext uri="{FF2B5EF4-FFF2-40B4-BE49-F238E27FC236}">
                <a16:creationId xmlns:a16="http://schemas.microsoft.com/office/drawing/2014/main" id="{3BF41DB2-950F-359B-DB5D-8DEB5FD71CA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60990" y="4849100"/>
            <a:ext cx="2366826" cy="20089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3611FFB-CD61-0CD9-ED47-7DEF81A75F2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951251" y="4812663"/>
            <a:ext cx="3027816" cy="100445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כותרת 1">
            <a:extLst>
              <a:ext uri="{FF2B5EF4-FFF2-40B4-BE49-F238E27FC236}">
                <a16:creationId xmlns:a16="http://schemas.microsoft.com/office/drawing/2014/main" id="{2F2869C3-D290-5EFC-AEA9-6E212B1C5F28}"/>
              </a:ext>
            </a:extLst>
          </p:cNvPr>
          <p:cNvSpPr>
            <a:spLocks noGrp="1"/>
          </p:cNvSpPr>
          <p:nvPr>
            <p:ph type="title"/>
          </p:nvPr>
        </p:nvSpPr>
        <p:spPr>
          <a:xfrm>
            <a:off x="660990" y="5358024"/>
            <a:ext cx="10882168" cy="1043750"/>
          </a:xfrm>
        </p:spPr>
        <p:txBody>
          <a:bodyPr>
            <a:normAutofit fontScale="90000"/>
          </a:bodyPr>
          <a:lstStyle/>
          <a:p>
            <a:pPr>
              <a:lnSpc>
                <a:spcPct val="90000"/>
              </a:lnSpc>
            </a:pPr>
            <a:r>
              <a:rPr lang="en-US" sz="3100" b="1" dirty="0"/>
              <a:t>1. Can we predict the chances of a tumor recurrence based on data parameters?</a:t>
            </a:r>
            <a:br>
              <a:rPr lang="en-US" sz="3100" b="1" dirty="0"/>
            </a:br>
            <a:br>
              <a:rPr lang="en-US" sz="3100" b="1" dirty="0"/>
            </a:br>
            <a:r>
              <a:rPr lang="en-US" sz="3100" b="1" dirty="0">
                <a:solidFill>
                  <a:schemeClr val="accent2">
                    <a:lumMod val="75000"/>
                  </a:schemeClr>
                </a:solidFill>
              </a:rPr>
              <a:t>Results</a:t>
            </a:r>
            <a:br>
              <a:rPr lang="en-US" sz="1300" dirty="0"/>
            </a:br>
            <a:endParaRPr lang="he-IL" sz="1300" dirty="0"/>
          </a:p>
        </p:txBody>
      </p:sp>
      <p:cxnSp>
        <p:nvCxnSpPr>
          <p:cNvPr id="61" name="Straight Connector 60">
            <a:extLst>
              <a:ext uri="{FF2B5EF4-FFF2-40B4-BE49-F238E27FC236}">
                <a16:creationId xmlns:a16="http://schemas.microsoft.com/office/drawing/2014/main" id="{B5892DE8-6B36-1E88-9739-C748311CBF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4849098"/>
            <a:ext cx="339224" cy="200890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C7A57E0D-1703-38E0-FCCD-A8DF03BF2E6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2420" y="4849097"/>
            <a:ext cx="3309580" cy="138214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10" name="חץ: ימינה 9">
            <a:extLst>
              <a:ext uri="{FF2B5EF4-FFF2-40B4-BE49-F238E27FC236}">
                <a16:creationId xmlns:a16="http://schemas.microsoft.com/office/drawing/2014/main" id="{B8891610-0A1B-F7EC-746D-B5912BA5A3A0}"/>
              </a:ext>
            </a:extLst>
          </p:cNvPr>
          <p:cNvSpPr/>
          <p:nvPr/>
        </p:nvSpPr>
        <p:spPr>
          <a:xfrm>
            <a:off x="2313420" y="3654857"/>
            <a:ext cx="446889" cy="296091"/>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6" name="תמונה 15" descr="תמונה שמכילה טקסט, צילום מסך, תצוגה, גופן&#10;&#10;תוכן בינה מלאכותית גנרטיבית עשוי להיות שגוי.">
            <a:extLst>
              <a:ext uri="{FF2B5EF4-FFF2-40B4-BE49-F238E27FC236}">
                <a16:creationId xmlns:a16="http://schemas.microsoft.com/office/drawing/2014/main" id="{3C5469C2-051E-FFFD-A25C-BE810A27B080}"/>
              </a:ext>
            </a:extLst>
          </p:cNvPr>
          <p:cNvPicPr>
            <a:picLocks noChangeAspect="1"/>
          </p:cNvPicPr>
          <p:nvPr/>
        </p:nvPicPr>
        <p:blipFill>
          <a:blip r:embed="rId2"/>
          <a:stretch>
            <a:fillRect/>
          </a:stretch>
        </p:blipFill>
        <p:spPr>
          <a:xfrm>
            <a:off x="226173" y="2979721"/>
            <a:ext cx="1940977" cy="1646364"/>
          </a:xfrm>
          <a:prstGeom prst="rect">
            <a:avLst/>
          </a:prstGeom>
        </p:spPr>
      </p:pic>
      <p:pic>
        <p:nvPicPr>
          <p:cNvPr id="18" name="תמונה 17" descr="תמונה שמכילה טקסט, חשמל, צילום מסך, תצוגה&#10;&#10;תוכן בינה מלאכותית גנרטיבית עשוי להיות שגוי.">
            <a:extLst>
              <a:ext uri="{FF2B5EF4-FFF2-40B4-BE49-F238E27FC236}">
                <a16:creationId xmlns:a16="http://schemas.microsoft.com/office/drawing/2014/main" id="{3FCD8A5E-6637-9FA4-3D19-BAFE8FE83C34}"/>
              </a:ext>
            </a:extLst>
          </p:cNvPr>
          <p:cNvPicPr>
            <a:picLocks noChangeAspect="1"/>
          </p:cNvPicPr>
          <p:nvPr/>
        </p:nvPicPr>
        <p:blipFill>
          <a:blip r:embed="rId3"/>
          <a:stretch>
            <a:fillRect/>
          </a:stretch>
        </p:blipFill>
        <p:spPr>
          <a:xfrm>
            <a:off x="2884679" y="2986148"/>
            <a:ext cx="2316669" cy="1646364"/>
          </a:xfrm>
          <a:prstGeom prst="rect">
            <a:avLst/>
          </a:prstGeom>
        </p:spPr>
      </p:pic>
      <p:pic>
        <p:nvPicPr>
          <p:cNvPr id="20" name="תמונה 19">
            <a:extLst>
              <a:ext uri="{FF2B5EF4-FFF2-40B4-BE49-F238E27FC236}">
                <a16:creationId xmlns:a16="http://schemas.microsoft.com/office/drawing/2014/main" id="{5CF9EC8A-0204-73FB-C045-7031FDC217C7}"/>
              </a:ext>
            </a:extLst>
          </p:cNvPr>
          <p:cNvPicPr>
            <a:picLocks noChangeAspect="1"/>
          </p:cNvPicPr>
          <p:nvPr/>
        </p:nvPicPr>
        <p:blipFill>
          <a:blip r:embed="rId4"/>
          <a:stretch>
            <a:fillRect/>
          </a:stretch>
        </p:blipFill>
        <p:spPr>
          <a:xfrm>
            <a:off x="5877881" y="2986148"/>
            <a:ext cx="3186654" cy="1639936"/>
          </a:xfrm>
          <a:prstGeom prst="rect">
            <a:avLst/>
          </a:prstGeom>
        </p:spPr>
      </p:pic>
      <p:pic>
        <p:nvPicPr>
          <p:cNvPr id="22" name="תמונה 21" descr="תמונה שמכילה טקסט, צילום מסך, גופן&#10;&#10;תוכן בינה מלאכותית גנרטיבית עשוי להיות שגוי.">
            <a:extLst>
              <a:ext uri="{FF2B5EF4-FFF2-40B4-BE49-F238E27FC236}">
                <a16:creationId xmlns:a16="http://schemas.microsoft.com/office/drawing/2014/main" id="{6112341B-1160-F8F5-2D4B-B1102A289D1A}"/>
              </a:ext>
            </a:extLst>
          </p:cNvPr>
          <p:cNvPicPr>
            <a:picLocks noChangeAspect="1"/>
          </p:cNvPicPr>
          <p:nvPr/>
        </p:nvPicPr>
        <p:blipFill>
          <a:blip r:embed="rId5"/>
          <a:stretch>
            <a:fillRect/>
          </a:stretch>
        </p:blipFill>
        <p:spPr>
          <a:xfrm>
            <a:off x="9752127" y="3215484"/>
            <a:ext cx="2213700" cy="1249670"/>
          </a:xfrm>
          <a:prstGeom prst="rect">
            <a:avLst/>
          </a:prstGeom>
        </p:spPr>
      </p:pic>
      <p:sp>
        <p:nvSpPr>
          <p:cNvPr id="24" name="חץ: ימינה 23">
            <a:extLst>
              <a:ext uri="{FF2B5EF4-FFF2-40B4-BE49-F238E27FC236}">
                <a16:creationId xmlns:a16="http://schemas.microsoft.com/office/drawing/2014/main" id="{2356334B-E6A7-88CD-30BB-EACECB07294B}"/>
              </a:ext>
            </a:extLst>
          </p:cNvPr>
          <p:cNvSpPr/>
          <p:nvPr/>
        </p:nvSpPr>
        <p:spPr>
          <a:xfrm>
            <a:off x="5320893" y="3654856"/>
            <a:ext cx="446889" cy="296091"/>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sp>
        <p:nvSpPr>
          <p:cNvPr id="25" name="חץ: ימינה 24">
            <a:extLst>
              <a:ext uri="{FF2B5EF4-FFF2-40B4-BE49-F238E27FC236}">
                <a16:creationId xmlns:a16="http://schemas.microsoft.com/office/drawing/2014/main" id="{6E489B81-1B09-4E80-6D63-7C014C365C19}"/>
              </a:ext>
            </a:extLst>
          </p:cNvPr>
          <p:cNvSpPr/>
          <p:nvPr/>
        </p:nvSpPr>
        <p:spPr>
          <a:xfrm>
            <a:off x="9184886" y="3705158"/>
            <a:ext cx="446889" cy="296091"/>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תיבת טקסט 6">
            <a:extLst>
              <a:ext uri="{FF2B5EF4-FFF2-40B4-BE49-F238E27FC236}">
                <a16:creationId xmlns:a16="http://schemas.microsoft.com/office/drawing/2014/main" id="{DD0F9E13-34F7-CEEE-4CAA-2D08D9AFA3B1}"/>
              </a:ext>
            </a:extLst>
          </p:cNvPr>
          <p:cNvSpPr txBox="1"/>
          <p:nvPr/>
        </p:nvSpPr>
        <p:spPr>
          <a:xfrm>
            <a:off x="292608" y="403445"/>
            <a:ext cx="11649093" cy="2126864"/>
          </a:xfrm>
          <a:prstGeom prst="rect">
            <a:avLst/>
          </a:prstGeom>
          <a:noFill/>
        </p:spPr>
        <p:txBody>
          <a:bodyPr wrap="square">
            <a:spAutoFit/>
          </a:bodyPr>
          <a:lstStyle/>
          <a:p>
            <a:pPr algn="l">
              <a:lnSpc>
                <a:spcPct val="150000"/>
              </a:lnSpc>
            </a:pPr>
            <a:r>
              <a:rPr lang="en-US" dirty="0">
                <a:solidFill>
                  <a:schemeClr val="accent2">
                    <a:lumMod val="75000"/>
                  </a:schemeClr>
                </a:solidFill>
              </a:rPr>
              <a:t>We were interested in exploring relationships between variables, but we also wanted a practical outcome from the project. Since true outcome prediction belongs mainly to Machine Learning, we shifted our focus to developing a GUI that estimates tumor recurrence probability using probabilistic group intersections. A new binary column marks recurrence (1) or no recurrence (0), and probabilities are calculated by dividing the number of recurrences by the total number of patients in each group.</a:t>
            </a:r>
          </a:p>
        </p:txBody>
      </p:sp>
    </p:spTree>
    <p:extLst>
      <p:ext uri="{BB962C8B-B14F-4D97-AF65-F5344CB8AC3E}">
        <p14:creationId xmlns:p14="http://schemas.microsoft.com/office/powerpoint/2010/main" val="1700568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1FAC49-757B-2F01-F674-560206FAE26F}"/>
            </a:ext>
          </a:extLst>
        </p:cNvPr>
        <p:cNvGrpSpPr/>
        <p:nvPr/>
      </p:nvGrpSpPr>
      <p:grpSpPr>
        <a:xfrm>
          <a:off x="0" y="0"/>
          <a:ext cx="0" cy="0"/>
          <a:chOff x="0" y="0"/>
          <a:chExt cx="0" cy="0"/>
        </a:xfrm>
      </p:grpSpPr>
      <p:cxnSp>
        <p:nvCxnSpPr>
          <p:cNvPr id="39" name="Straight Connector 38">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53" name="Rectangle 52">
            <a:extLst>
              <a:ext uri="{FF2B5EF4-FFF2-40B4-BE49-F238E27FC236}">
                <a16:creationId xmlns:a16="http://schemas.microsoft.com/office/drawing/2014/main" id="{2B78D151-52A1-46B3-8374-570DA802E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4812B206-25E9-4F8B-AED7-8353BA6254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49100"/>
            <a:ext cx="12192000" cy="20089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Connector 56">
            <a:extLst>
              <a:ext uri="{FF2B5EF4-FFF2-40B4-BE49-F238E27FC236}">
                <a16:creationId xmlns:a16="http://schemas.microsoft.com/office/drawing/2014/main" id="{E142A6D3-8DB2-4EE4-B19A-4C40D070FE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60990" y="4849100"/>
            <a:ext cx="2366826" cy="20089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FD73BD45-87D9-44BD-8E6F-A575FFD9C1B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a:endCxn id="12" idx="1"/>
          </p:cNvCxnSpPr>
          <p:nvPr>
            <p:extLst>
              <p:ext uri="{386F3935-93C4-4BCD-93E2-E3B085C9AB24}">
                <p16:designElem xmlns:p16="http://schemas.microsoft.com/office/powerpoint/2015/main" val="1"/>
              </p:ext>
            </p:extLst>
          </p:nvPr>
        </p:nvCxnSpPr>
        <p:spPr>
          <a:xfrm flipH="1">
            <a:off x="0" y="4849099"/>
            <a:ext cx="3027816" cy="100445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כותרת 1">
            <a:extLst>
              <a:ext uri="{FF2B5EF4-FFF2-40B4-BE49-F238E27FC236}">
                <a16:creationId xmlns:a16="http://schemas.microsoft.com/office/drawing/2014/main" id="{21350CBE-A76D-C033-B8F3-2569B6F82C07}"/>
              </a:ext>
            </a:extLst>
          </p:cNvPr>
          <p:cNvSpPr>
            <a:spLocks noGrp="1"/>
          </p:cNvSpPr>
          <p:nvPr>
            <p:ph type="title"/>
          </p:nvPr>
        </p:nvSpPr>
        <p:spPr>
          <a:xfrm>
            <a:off x="660990" y="5358024"/>
            <a:ext cx="10882168" cy="1043750"/>
          </a:xfrm>
        </p:spPr>
        <p:txBody>
          <a:bodyPr>
            <a:normAutofit fontScale="90000"/>
          </a:bodyPr>
          <a:lstStyle/>
          <a:p>
            <a:pPr>
              <a:lnSpc>
                <a:spcPct val="90000"/>
              </a:lnSpc>
            </a:pPr>
            <a:r>
              <a:rPr lang="en-US" sz="3100" b="1" dirty="0"/>
              <a:t>1. Can we predict the chances of a tumor recurrence based on data parameters?</a:t>
            </a:r>
            <a:br>
              <a:rPr lang="en-US" sz="3100" b="1" dirty="0"/>
            </a:br>
            <a:br>
              <a:rPr lang="en-US" sz="3100" b="1" dirty="0"/>
            </a:br>
            <a:r>
              <a:rPr lang="en-US" sz="3100" b="1" dirty="0">
                <a:solidFill>
                  <a:schemeClr val="accent2">
                    <a:lumMod val="75000"/>
                  </a:schemeClr>
                </a:solidFill>
              </a:rPr>
              <a:t>Final code</a:t>
            </a:r>
            <a:br>
              <a:rPr lang="en-US" sz="1300" dirty="0"/>
            </a:br>
            <a:endParaRPr lang="he-IL" sz="1300" dirty="0"/>
          </a:p>
        </p:txBody>
      </p:sp>
      <p:pic>
        <p:nvPicPr>
          <p:cNvPr id="7" name="תמונה 6" descr="תמונה שמכילה טקסט, צילום מסך, גופן, מסמך&#10;&#10;תוכן בינה מלאכותית גנרטיבית עשוי להיות שגוי.">
            <a:extLst>
              <a:ext uri="{FF2B5EF4-FFF2-40B4-BE49-F238E27FC236}">
                <a16:creationId xmlns:a16="http://schemas.microsoft.com/office/drawing/2014/main" id="{C14DC1AA-8741-E9FA-E24F-3F162310E907}"/>
              </a:ext>
            </a:extLst>
          </p:cNvPr>
          <p:cNvPicPr>
            <a:picLocks noChangeAspect="1"/>
          </p:cNvPicPr>
          <p:nvPr/>
        </p:nvPicPr>
        <p:blipFill>
          <a:blip r:embed="rId2"/>
          <a:stretch>
            <a:fillRect/>
          </a:stretch>
        </p:blipFill>
        <p:spPr>
          <a:xfrm>
            <a:off x="619738" y="551062"/>
            <a:ext cx="5215584" cy="3768259"/>
          </a:xfrm>
          <a:prstGeom prst="rect">
            <a:avLst/>
          </a:prstGeom>
        </p:spPr>
      </p:pic>
      <p:pic>
        <p:nvPicPr>
          <p:cNvPr id="11" name="תמונה 10" descr="תמונה שמכילה טקסט, צילום מסך, מסמך, גופן&#10;&#10;תוכן בינה מלאכותית גנרטיבית עשוי להיות שגוי.">
            <a:extLst>
              <a:ext uri="{FF2B5EF4-FFF2-40B4-BE49-F238E27FC236}">
                <a16:creationId xmlns:a16="http://schemas.microsoft.com/office/drawing/2014/main" id="{F50C5F73-ABFC-9575-0A7F-B3940360E9CA}"/>
              </a:ext>
            </a:extLst>
          </p:cNvPr>
          <p:cNvPicPr>
            <a:picLocks noChangeAspect="1"/>
          </p:cNvPicPr>
          <p:nvPr/>
        </p:nvPicPr>
        <p:blipFill>
          <a:blip r:embed="rId3"/>
          <a:stretch>
            <a:fillRect/>
          </a:stretch>
        </p:blipFill>
        <p:spPr>
          <a:xfrm>
            <a:off x="6286992" y="569506"/>
            <a:ext cx="5388261" cy="3731370"/>
          </a:xfrm>
          <a:prstGeom prst="rect">
            <a:avLst/>
          </a:prstGeom>
        </p:spPr>
      </p:pic>
      <p:cxnSp>
        <p:nvCxnSpPr>
          <p:cNvPr id="61" name="Straight Connector 60">
            <a:extLst>
              <a:ext uri="{FF2B5EF4-FFF2-40B4-BE49-F238E27FC236}">
                <a16:creationId xmlns:a16="http://schemas.microsoft.com/office/drawing/2014/main" id="{2178E38C-83CD-4BC6-893D-662EF9BFAA6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4849098"/>
            <a:ext cx="339224" cy="200890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C965CFDB-63A4-4033-A10B-8444138F68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2420" y="4849097"/>
            <a:ext cx="3309580" cy="138214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5137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2096EABF-579F-4307-8952-04905085F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33D9D3E-2FB8-42AA-B5E5-1EAB4DA920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556" y="-14280"/>
            <a:ext cx="4615080" cy="687227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240216 w 5664007"/>
              <a:gd name="connsiteY0" fmla="*/ 0 h 6857998"/>
              <a:gd name="connsiteX1" fmla="*/ 5664007 w 5664007"/>
              <a:gd name="connsiteY1" fmla="*/ 0 h 6857998"/>
              <a:gd name="connsiteX2" fmla="*/ 5664007 w 5664007"/>
              <a:gd name="connsiteY2" fmla="*/ 6857998 h 6857998"/>
              <a:gd name="connsiteX3" fmla="*/ 0 w 5664007"/>
              <a:gd name="connsiteY3" fmla="*/ 6846045 h 6857998"/>
              <a:gd name="connsiteX4" fmla="*/ 2240216 w 5664007"/>
              <a:gd name="connsiteY4" fmla="*/ 0 h 6857998"/>
              <a:gd name="connsiteX0" fmla="*/ 2170935 w 5594726"/>
              <a:gd name="connsiteY0" fmla="*/ 0 h 6865085"/>
              <a:gd name="connsiteX1" fmla="*/ 5594726 w 5594726"/>
              <a:gd name="connsiteY1" fmla="*/ 0 h 6865085"/>
              <a:gd name="connsiteX2" fmla="*/ 5594726 w 5594726"/>
              <a:gd name="connsiteY2" fmla="*/ 6857998 h 6865085"/>
              <a:gd name="connsiteX3" fmla="*/ 0 w 5594726"/>
              <a:gd name="connsiteY3" fmla="*/ 6865085 h 6865085"/>
              <a:gd name="connsiteX4" fmla="*/ 2170935 w 5594726"/>
              <a:gd name="connsiteY4" fmla="*/ 0 h 6865085"/>
              <a:gd name="connsiteX0" fmla="*/ 2170935 w 5594726"/>
              <a:gd name="connsiteY0" fmla="*/ 0 h 6868625"/>
              <a:gd name="connsiteX1" fmla="*/ 5594726 w 5594726"/>
              <a:gd name="connsiteY1" fmla="*/ 0 h 6868625"/>
              <a:gd name="connsiteX2" fmla="*/ 5594726 w 5594726"/>
              <a:gd name="connsiteY2" fmla="*/ 6868625 h 6868625"/>
              <a:gd name="connsiteX3" fmla="*/ 0 w 5594726"/>
              <a:gd name="connsiteY3" fmla="*/ 6865085 h 6868625"/>
              <a:gd name="connsiteX4" fmla="*/ 2170935 w 5594726"/>
              <a:gd name="connsiteY4" fmla="*/ 0 h 6868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4726" h="6868625">
                <a:moveTo>
                  <a:pt x="2170935" y="0"/>
                </a:moveTo>
                <a:lnTo>
                  <a:pt x="5594726" y="0"/>
                </a:lnTo>
                <a:lnTo>
                  <a:pt x="5594726" y="6868625"/>
                </a:lnTo>
                <a:lnTo>
                  <a:pt x="0" y="6865085"/>
                </a:lnTo>
                <a:lnTo>
                  <a:pt x="2170935"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F486BD37-BC41-B595-F63A-F2388F4CAA16}"/>
              </a:ext>
            </a:extLst>
          </p:cNvPr>
          <p:cNvSpPr>
            <a:spLocks noGrp="1"/>
          </p:cNvSpPr>
          <p:nvPr>
            <p:ph type="title"/>
          </p:nvPr>
        </p:nvSpPr>
        <p:spPr>
          <a:xfrm>
            <a:off x="0" y="619974"/>
            <a:ext cx="3815653" cy="3150159"/>
          </a:xfrm>
        </p:spPr>
        <p:txBody>
          <a:bodyPr anchor="t">
            <a:normAutofit fontScale="90000"/>
          </a:bodyPr>
          <a:lstStyle/>
          <a:p>
            <a:pPr>
              <a:lnSpc>
                <a:spcPct val="150000"/>
              </a:lnSpc>
            </a:pPr>
            <a:r>
              <a:rPr lang="en-US" sz="3100" b="1" dirty="0"/>
              <a:t>1. Can we predict the chances of a tumor recurrence based on data parameters?</a:t>
            </a:r>
            <a:br>
              <a:rPr lang="en-US" sz="3100" b="1" dirty="0"/>
            </a:br>
            <a:br>
              <a:rPr lang="en-US" sz="3100" b="1" dirty="0"/>
            </a:br>
            <a:r>
              <a:rPr lang="en-US" sz="3100" b="1" dirty="0">
                <a:solidFill>
                  <a:schemeClr val="accent2">
                    <a:lumMod val="75000"/>
                  </a:schemeClr>
                </a:solidFill>
              </a:rPr>
              <a:t>Final code – GUI</a:t>
            </a:r>
            <a:br>
              <a:rPr lang="en-US" sz="3100" b="1" dirty="0">
                <a:solidFill>
                  <a:schemeClr val="accent2">
                    <a:lumMod val="75000"/>
                  </a:schemeClr>
                </a:solidFill>
              </a:rPr>
            </a:br>
            <a:r>
              <a:rPr lang="en-US" sz="3100" b="1" dirty="0">
                <a:solidFill>
                  <a:schemeClr val="accent2">
                    <a:lumMod val="75000"/>
                  </a:schemeClr>
                </a:solidFill>
              </a:rPr>
              <a:t>graphic design</a:t>
            </a:r>
            <a:br>
              <a:rPr lang="en-US" sz="2800" dirty="0"/>
            </a:br>
            <a:endParaRPr lang="he-IL" sz="2800" dirty="0"/>
          </a:p>
        </p:txBody>
      </p:sp>
      <p:cxnSp>
        <p:nvCxnSpPr>
          <p:cNvPr id="26" name="Straight Connector 25">
            <a:extLst>
              <a:ext uri="{FF2B5EF4-FFF2-40B4-BE49-F238E27FC236}">
                <a16:creationId xmlns:a16="http://schemas.microsoft.com/office/drawing/2014/main" id="{69FBE6D3-8499-4BE7-8C12-1BA9F0150E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3558" y="0"/>
            <a:ext cx="6705601" cy="8096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35C1B90-3208-4854-BFDE-310A02639F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514060" y="1"/>
            <a:ext cx="510363" cy="685799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FB20B9B-B58D-4A05-87A2-6F8C78BD7CB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365123"/>
            <a:ext cx="589522" cy="64928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8CC7CE6-73AD-436F-BC95-066CC95065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340702" y="-10737"/>
            <a:ext cx="2851297" cy="16800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192C383-6990-4C74-A5FF-EAB4A1EA29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3557" y="6045958"/>
            <a:ext cx="6876857" cy="81204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5" name="תמונה 4" descr="תמונה שמכילה טקסט, צילום מסך, גופן, מספר&#10;&#10;תוכן בינה מלאכותית גנרטיבית עשוי להיות שגוי.">
            <a:extLst>
              <a:ext uri="{FF2B5EF4-FFF2-40B4-BE49-F238E27FC236}">
                <a16:creationId xmlns:a16="http://schemas.microsoft.com/office/drawing/2014/main" id="{50BCC6A5-9EDE-2368-B83B-C9E33BAE96B8}"/>
              </a:ext>
            </a:extLst>
          </p:cNvPr>
          <p:cNvPicPr>
            <a:picLocks noChangeAspect="1"/>
          </p:cNvPicPr>
          <p:nvPr/>
        </p:nvPicPr>
        <p:blipFill>
          <a:blip r:embed="rId2"/>
          <a:stretch>
            <a:fillRect/>
          </a:stretch>
        </p:blipFill>
        <p:spPr>
          <a:xfrm>
            <a:off x="5291273" y="689544"/>
            <a:ext cx="5643243" cy="5464629"/>
          </a:xfrm>
          <a:prstGeom prst="rect">
            <a:avLst/>
          </a:prstGeom>
        </p:spPr>
      </p:pic>
    </p:spTree>
    <p:extLst>
      <p:ext uri="{BB962C8B-B14F-4D97-AF65-F5344CB8AC3E}">
        <p14:creationId xmlns:p14="http://schemas.microsoft.com/office/powerpoint/2010/main" val="783074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60498C-DBFF-9C42-B037-58F474A76F32}"/>
            </a:ext>
          </a:extLst>
        </p:cNvPr>
        <p:cNvGrpSpPr/>
        <p:nvPr/>
      </p:nvGrpSpPr>
      <p:grpSpPr>
        <a:xfrm>
          <a:off x="0" y="0"/>
          <a:ext cx="0" cy="0"/>
          <a:chOff x="0" y="0"/>
          <a:chExt cx="0" cy="0"/>
        </a:xfrm>
      </p:grpSpPr>
      <p:cxnSp>
        <p:nvCxnSpPr>
          <p:cNvPr id="95" name="Straight Connector 67">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69">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71">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73">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75">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77">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79">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102" name="Rectangle 81">
            <a:extLst>
              <a:ext uri="{FF2B5EF4-FFF2-40B4-BE49-F238E27FC236}">
                <a16:creationId xmlns:a16="http://schemas.microsoft.com/office/drawing/2014/main" id="{2096EABF-579F-4307-8952-04905085F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23">
            <a:extLst>
              <a:ext uri="{FF2B5EF4-FFF2-40B4-BE49-F238E27FC236}">
                <a16:creationId xmlns:a16="http://schemas.microsoft.com/office/drawing/2014/main" id="{233D9D3E-2FB8-42AA-B5E5-1EAB4DA920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556" y="-14280"/>
            <a:ext cx="4615080" cy="687227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240216 w 5664007"/>
              <a:gd name="connsiteY0" fmla="*/ 0 h 6857998"/>
              <a:gd name="connsiteX1" fmla="*/ 5664007 w 5664007"/>
              <a:gd name="connsiteY1" fmla="*/ 0 h 6857998"/>
              <a:gd name="connsiteX2" fmla="*/ 5664007 w 5664007"/>
              <a:gd name="connsiteY2" fmla="*/ 6857998 h 6857998"/>
              <a:gd name="connsiteX3" fmla="*/ 0 w 5664007"/>
              <a:gd name="connsiteY3" fmla="*/ 6846045 h 6857998"/>
              <a:gd name="connsiteX4" fmla="*/ 2240216 w 5664007"/>
              <a:gd name="connsiteY4" fmla="*/ 0 h 6857998"/>
              <a:gd name="connsiteX0" fmla="*/ 2170935 w 5594726"/>
              <a:gd name="connsiteY0" fmla="*/ 0 h 6865085"/>
              <a:gd name="connsiteX1" fmla="*/ 5594726 w 5594726"/>
              <a:gd name="connsiteY1" fmla="*/ 0 h 6865085"/>
              <a:gd name="connsiteX2" fmla="*/ 5594726 w 5594726"/>
              <a:gd name="connsiteY2" fmla="*/ 6857998 h 6865085"/>
              <a:gd name="connsiteX3" fmla="*/ 0 w 5594726"/>
              <a:gd name="connsiteY3" fmla="*/ 6865085 h 6865085"/>
              <a:gd name="connsiteX4" fmla="*/ 2170935 w 5594726"/>
              <a:gd name="connsiteY4" fmla="*/ 0 h 6865085"/>
              <a:gd name="connsiteX0" fmla="*/ 2170935 w 5594726"/>
              <a:gd name="connsiteY0" fmla="*/ 0 h 6868625"/>
              <a:gd name="connsiteX1" fmla="*/ 5594726 w 5594726"/>
              <a:gd name="connsiteY1" fmla="*/ 0 h 6868625"/>
              <a:gd name="connsiteX2" fmla="*/ 5594726 w 5594726"/>
              <a:gd name="connsiteY2" fmla="*/ 6868625 h 6868625"/>
              <a:gd name="connsiteX3" fmla="*/ 0 w 5594726"/>
              <a:gd name="connsiteY3" fmla="*/ 6865085 h 6868625"/>
              <a:gd name="connsiteX4" fmla="*/ 2170935 w 5594726"/>
              <a:gd name="connsiteY4" fmla="*/ 0 h 6868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4726" h="6868625">
                <a:moveTo>
                  <a:pt x="2170935" y="0"/>
                </a:moveTo>
                <a:lnTo>
                  <a:pt x="5594726" y="0"/>
                </a:lnTo>
                <a:lnTo>
                  <a:pt x="5594726" y="6868625"/>
                </a:lnTo>
                <a:lnTo>
                  <a:pt x="0" y="6865085"/>
                </a:lnTo>
                <a:lnTo>
                  <a:pt x="2170935"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112A3039-6754-782E-2C4A-B81C5D077EE0}"/>
              </a:ext>
            </a:extLst>
          </p:cNvPr>
          <p:cNvSpPr>
            <a:spLocks noGrp="1"/>
          </p:cNvSpPr>
          <p:nvPr>
            <p:ph type="title"/>
          </p:nvPr>
        </p:nvSpPr>
        <p:spPr>
          <a:xfrm>
            <a:off x="200297" y="1040003"/>
            <a:ext cx="3614251" cy="3150159"/>
          </a:xfrm>
        </p:spPr>
        <p:txBody>
          <a:bodyPr anchor="t">
            <a:normAutofit fontScale="90000"/>
          </a:bodyPr>
          <a:lstStyle/>
          <a:p>
            <a:pPr>
              <a:lnSpc>
                <a:spcPct val="150000"/>
              </a:lnSpc>
            </a:pPr>
            <a:r>
              <a:rPr lang="en-US" sz="3100" b="1" dirty="0"/>
              <a:t>1. Can we predict the chances of a tumor recurrence based on data parameters?</a:t>
            </a:r>
            <a:br>
              <a:rPr lang="en-US" sz="3100" b="1" dirty="0"/>
            </a:br>
            <a:br>
              <a:rPr lang="en-US" sz="3100" b="1" dirty="0"/>
            </a:br>
            <a:r>
              <a:rPr lang="en-US" sz="3100" b="1" dirty="0">
                <a:solidFill>
                  <a:schemeClr val="accent2">
                    <a:lumMod val="75000"/>
                  </a:schemeClr>
                </a:solidFill>
              </a:rPr>
              <a:t>Tests</a:t>
            </a:r>
            <a:br>
              <a:rPr lang="en-US" sz="2500" dirty="0"/>
            </a:br>
            <a:endParaRPr lang="he-IL" sz="2500" dirty="0"/>
          </a:p>
        </p:txBody>
      </p:sp>
      <p:cxnSp>
        <p:nvCxnSpPr>
          <p:cNvPr id="104" name="Straight Connector 85">
            <a:extLst>
              <a:ext uri="{FF2B5EF4-FFF2-40B4-BE49-F238E27FC236}">
                <a16:creationId xmlns:a16="http://schemas.microsoft.com/office/drawing/2014/main" id="{69FBE6D3-8499-4BE7-8C12-1BA9F0150E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3558" y="0"/>
            <a:ext cx="6705601" cy="8096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87">
            <a:extLst>
              <a:ext uri="{FF2B5EF4-FFF2-40B4-BE49-F238E27FC236}">
                <a16:creationId xmlns:a16="http://schemas.microsoft.com/office/drawing/2014/main" id="{E35C1B90-3208-4854-BFDE-310A02639F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514060" y="1"/>
            <a:ext cx="510363" cy="685799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89">
            <a:extLst>
              <a:ext uri="{FF2B5EF4-FFF2-40B4-BE49-F238E27FC236}">
                <a16:creationId xmlns:a16="http://schemas.microsoft.com/office/drawing/2014/main" id="{BFB20B9B-B58D-4A05-87A2-6F8C78BD7CB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365123"/>
            <a:ext cx="589522" cy="64928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91">
            <a:extLst>
              <a:ext uri="{FF2B5EF4-FFF2-40B4-BE49-F238E27FC236}">
                <a16:creationId xmlns:a16="http://schemas.microsoft.com/office/drawing/2014/main" id="{18CC7CE6-73AD-436F-BC95-066CC95065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340702" y="-10737"/>
            <a:ext cx="2851297" cy="16800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0192C383-6990-4C74-A5FF-EAB4A1EA29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3557" y="6045958"/>
            <a:ext cx="6876857" cy="81204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6" name="תמונה 5" descr="תמונה שמכילה טקסט, צילום מסך, גופן, מסמך&#10;&#10;תוכן בינה מלאכותית גנרטיבית עשוי להיות שגוי.">
            <a:extLst>
              <a:ext uri="{FF2B5EF4-FFF2-40B4-BE49-F238E27FC236}">
                <a16:creationId xmlns:a16="http://schemas.microsoft.com/office/drawing/2014/main" id="{9007D342-F6C8-9BA3-13F9-E53E274C277C}"/>
              </a:ext>
            </a:extLst>
          </p:cNvPr>
          <p:cNvPicPr>
            <a:picLocks noChangeAspect="1"/>
          </p:cNvPicPr>
          <p:nvPr/>
        </p:nvPicPr>
        <p:blipFill>
          <a:blip r:embed="rId2"/>
          <a:stretch>
            <a:fillRect/>
          </a:stretch>
        </p:blipFill>
        <p:spPr>
          <a:xfrm>
            <a:off x="4685548" y="685800"/>
            <a:ext cx="7090982" cy="5520568"/>
          </a:xfrm>
          <a:prstGeom prst="rect">
            <a:avLst/>
          </a:prstGeom>
        </p:spPr>
      </p:pic>
    </p:spTree>
    <p:extLst>
      <p:ext uri="{BB962C8B-B14F-4D97-AF65-F5344CB8AC3E}">
        <p14:creationId xmlns:p14="http://schemas.microsoft.com/office/powerpoint/2010/main" val="3849505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D5F317-4633-CF6B-1D99-3E12097B143E}"/>
            </a:ext>
          </a:extLst>
        </p:cNvPr>
        <p:cNvGrpSpPr/>
        <p:nvPr/>
      </p:nvGrpSpPr>
      <p:grpSpPr>
        <a:xfrm>
          <a:off x="0" y="0"/>
          <a:ext cx="0" cy="0"/>
          <a:chOff x="0" y="0"/>
          <a:chExt cx="0" cy="0"/>
        </a:xfrm>
      </p:grpSpPr>
      <p:cxnSp>
        <p:nvCxnSpPr>
          <p:cNvPr id="39" name="Straight Connector 38">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53" name="Rectangle 52">
            <a:extLst>
              <a:ext uri="{FF2B5EF4-FFF2-40B4-BE49-F238E27FC236}">
                <a16:creationId xmlns:a16="http://schemas.microsoft.com/office/drawing/2014/main" id="{EA3B6404-C37D-4FE3-8124-9FC5ECE562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54">
            <a:extLst>
              <a:ext uri="{FF2B5EF4-FFF2-40B4-BE49-F238E27FC236}">
                <a16:creationId xmlns:a16="http://schemas.microsoft.com/office/drawing/2014/main" id="{C64A9919-C77B-4DEE-B7F8-B9A289E9E66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7289975" cy="133894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F67B5ED5-2C08-4519-B88A-E933BAA847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827850"/>
            <a:ext cx="12192000" cy="205405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4AD40379-2D3B-18F2-A721-5F1FDD062646}"/>
              </a:ext>
            </a:extLst>
          </p:cNvPr>
          <p:cNvSpPr>
            <a:spLocks noGrp="1"/>
          </p:cNvSpPr>
          <p:nvPr>
            <p:ph type="title"/>
          </p:nvPr>
        </p:nvSpPr>
        <p:spPr>
          <a:xfrm>
            <a:off x="1044539" y="5534393"/>
            <a:ext cx="10102920" cy="675417"/>
          </a:xfrm>
        </p:spPr>
        <p:txBody>
          <a:bodyPr>
            <a:normAutofit fontScale="90000"/>
          </a:bodyPr>
          <a:lstStyle/>
          <a:p>
            <a:pPr>
              <a:lnSpc>
                <a:spcPct val="90000"/>
              </a:lnSpc>
            </a:pPr>
            <a:r>
              <a:rPr lang="en-US" sz="3100" b="1" dirty="0"/>
              <a:t>2. Is there a correlation between the survival time and the age of the patient (at the time of diagnosis)?</a:t>
            </a:r>
            <a:br>
              <a:rPr lang="en-US" sz="3100" b="1" dirty="0"/>
            </a:br>
            <a:br>
              <a:rPr lang="en-US" sz="3100" b="1" dirty="0">
                <a:solidFill>
                  <a:schemeClr val="accent2">
                    <a:lumMod val="75000"/>
                  </a:schemeClr>
                </a:solidFill>
              </a:rPr>
            </a:br>
            <a:r>
              <a:rPr lang="en-US" sz="3100" b="1" dirty="0">
                <a:solidFill>
                  <a:schemeClr val="accent2">
                    <a:lumMod val="75000"/>
                  </a:schemeClr>
                </a:solidFill>
              </a:rPr>
              <a:t>Results</a:t>
            </a:r>
            <a:br>
              <a:rPr lang="en-US" sz="1000" dirty="0"/>
            </a:br>
            <a:endParaRPr lang="he-IL" sz="1000" dirty="0"/>
          </a:p>
        </p:txBody>
      </p:sp>
      <p:cxnSp>
        <p:nvCxnSpPr>
          <p:cNvPr id="59" name="Straight Connector 58">
            <a:extLst>
              <a:ext uri="{FF2B5EF4-FFF2-40B4-BE49-F238E27FC236}">
                <a16:creationId xmlns:a16="http://schemas.microsoft.com/office/drawing/2014/main" id="{4BB9CE4F-048D-4320-B7EF-E5AEA4020C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60990" y="0"/>
            <a:ext cx="863010" cy="485029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17DE3F0-E5A7-4C2D-927E-5663808678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3632375"/>
            <a:ext cx="3875314" cy="11954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E9EA87C-793F-4321-A0BC-4DB860289DD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763624" y="1392865"/>
            <a:ext cx="1428376" cy="345743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DEE00FC4-5601-4185-8A23-E15BD4D7B4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367404" y="0"/>
            <a:ext cx="1824596" cy="433891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4" name="תמונה 3" descr="תמונה שמכילה טקסט, קו, תרשים, עלילה&#10;&#10;תוכן בינה מלאכותית גנרטיבית עשוי להיות שגוי.">
            <a:extLst>
              <a:ext uri="{FF2B5EF4-FFF2-40B4-BE49-F238E27FC236}">
                <a16:creationId xmlns:a16="http://schemas.microsoft.com/office/drawing/2014/main" id="{65B1650C-5B2E-27E5-7867-91FFBE92ACF7}"/>
              </a:ext>
            </a:extLst>
          </p:cNvPr>
          <p:cNvPicPr>
            <a:picLocks noChangeAspect="1"/>
          </p:cNvPicPr>
          <p:nvPr/>
        </p:nvPicPr>
        <p:blipFill>
          <a:blip r:embed="rId2"/>
          <a:stretch>
            <a:fillRect/>
          </a:stretch>
        </p:blipFill>
        <p:spPr>
          <a:xfrm>
            <a:off x="6306872" y="104730"/>
            <a:ext cx="5603379" cy="3614179"/>
          </a:xfrm>
          <a:prstGeom prst="rect">
            <a:avLst/>
          </a:prstGeom>
        </p:spPr>
      </p:pic>
      <p:sp>
        <p:nvSpPr>
          <p:cNvPr id="15" name="Rectangle 2">
            <a:extLst>
              <a:ext uri="{FF2B5EF4-FFF2-40B4-BE49-F238E27FC236}">
                <a16:creationId xmlns:a16="http://schemas.microsoft.com/office/drawing/2014/main" id="{943A085D-A863-F895-1FF2-7FE62BE6873A}"/>
              </a:ext>
            </a:extLst>
          </p:cNvPr>
          <p:cNvSpPr>
            <a:spLocks noChangeArrowheads="1"/>
          </p:cNvSpPr>
          <p:nvPr/>
        </p:nvSpPr>
        <p:spPr bwMode="auto">
          <a:xfrm>
            <a:off x="528588" y="194305"/>
            <a:ext cx="5889542" cy="2956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rtl="0" eaLnBrk="0" fontAlgn="base" hangingPunct="0">
              <a:lnSpc>
                <a:spcPct val="150000"/>
              </a:lnSpc>
              <a:spcBef>
                <a:spcPct val="0"/>
              </a:spcBef>
              <a:spcAft>
                <a:spcPct val="0"/>
              </a:spcAft>
            </a:pPr>
            <a:r>
              <a:rPr lang="en-US" dirty="0">
                <a:solidFill>
                  <a:schemeClr val="accent2">
                    <a:lumMod val="75000"/>
                  </a:schemeClr>
                </a:solidFill>
              </a:rPr>
              <a:t>The assumption was that there is a connection between age and survival time, and the results indicated that there is not.</a:t>
            </a:r>
            <a:br>
              <a:rPr lang="en-US" dirty="0">
                <a:solidFill>
                  <a:schemeClr val="accent2">
                    <a:lumMod val="75000"/>
                  </a:schemeClr>
                </a:solidFill>
              </a:rPr>
            </a:br>
            <a:r>
              <a:rPr lang="en-US" dirty="0">
                <a:solidFill>
                  <a:schemeClr val="accent2">
                    <a:lumMod val="75000"/>
                  </a:schemeClr>
                </a:solidFill>
              </a:rPr>
              <a:t>Pearson correlation was used because both age and survival time are continuous variables, making it appropriate for testing a linear relationship. The data was grouped by age and average survival time was used to reduce noise and better satisfy Pearson’s assumptions.</a:t>
            </a:r>
            <a:endParaRPr kumimoji="0" lang="he-IL" altLang="he-IL" sz="1800" i="0" u="none" strike="noStrike" cap="none" normalizeH="0" baseline="0" dirty="0">
              <a:ln>
                <a:noFill/>
              </a:ln>
              <a:solidFill>
                <a:schemeClr val="accent2">
                  <a:lumMod val="75000"/>
                </a:schemeClr>
              </a:solidFill>
              <a:effectLst/>
            </a:endParaRPr>
          </a:p>
        </p:txBody>
      </p:sp>
      <p:pic>
        <p:nvPicPr>
          <p:cNvPr id="19" name="תמונה 18">
            <a:extLst>
              <a:ext uri="{FF2B5EF4-FFF2-40B4-BE49-F238E27FC236}">
                <a16:creationId xmlns:a16="http://schemas.microsoft.com/office/drawing/2014/main" id="{9FC04C97-F330-F213-365D-8A091D854587}"/>
              </a:ext>
            </a:extLst>
          </p:cNvPr>
          <p:cNvPicPr>
            <a:picLocks noChangeAspect="1"/>
          </p:cNvPicPr>
          <p:nvPr/>
        </p:nvPicPr>
        <p:blipFill>
          <a:blip r:embed="rId3"/>
          <a:stretch>
            <a:fillRect/>
          </a:stretch>
        </p:blipFill>
        <p:spPr>
          <a:xfrm>
            <a:off x="722810" y="3748108"/>
            <a:ext cx="10820347" cy="917514"/>
          </a:xfrm>
          <a:prstGeom prst="rect">
            <a:avLst/>
          </a:prstGeom>
        </p:spPr>
      </p:pic>
    </p:spTree>
    <p:extLst>
      <p:ext uri="{BB962C8B-B14F-4D97-AF65-F5344CB8AC3E}">
        <p14:creationId xmlns:p14="http://schemas.microsoft.com/office/powerpoint/2010/main" val="2481062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9F4FBE-DF4F-6952-2431-50778669A52C}"/>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2096EABF-579F-4307-8952-04905085F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33D9D3E-2FB8-42AA-B5E5-1EAB4DA920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556" y="-14280"/>
            <a:ext cx="4615080" cy="687227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240216 w 5664007"/>
              <a:gd name="connsiteY0" fmla="*/ 0 h 6857998"/>
              <a:gd name="connsiteX1" fmla="*/ 5664007 w 5664007"/>
              <a:gd name="connsiteY1" fmla="*/ 0 h 6857998"/>
              <a:gd name="connsiteX2" fmla="*/ 5664007 w 5664007"/>
              <a:gd name="connsiteY2" fmla="*/ 6857998 h 6857998"/>
              <a:gd name="connsiteX3" fmla="*/ 0 w 5664007"/>
              <a:gd name="connsiteY3" fmla="*/ 6846045 h 6857998"/>
              <a:gd name="connsiteX4" fmla="*/ 2240216 w 5664007"/>
              <a:gd name="connsiteY4" fmla="*/ 0 h 6857998"/>
              <a:gd name="connsiteX0" fmla="*/ 2170935 w 5594726"/>
              <a:gd name="connsiteY0" fmla="*/ 0 h 6865085"/>
              <a:gd name="connsiteX1" fmla="*/ 5594726 w 5594726"/>
              <a:gd name="connsiteY1" fmla="*/ 0 h 6865085"/>
              <a:gd name="connsiteX2" fmla="*/ 5594726 w 5594726"/>
              <a:gd name="connsiteY2" fmla="*/ 6857998 h 6865085"/>
              <a:gd name="connsiteX3" fmla="*/ 0 w 5594726"/>
              <a:gd name="connsiteY3" fmla="*/ 6865085 h 6865085"/>
              <a:gd name="connsiteX4" fmla="*/ 2170935 w 5594726"/>
              <a:gd name="connsiteY4" fmla="*/ 0 h 6865085"/>
              <a:gd name="connsiteX0" fmla="*/ 2170935 w 5594726"/>
              <a:gd name="connsiteY0" fmla="*/ 0 h 6868625"/>
              <a:gd name="connsiteX1" fmla="*/ 5594726 w 5594726"/>
              <a:gd name="connsiteY1" fmla="*/ 0 h 6868625"/>
              <a:gd name="connsiteX2" fmla="*/ 5594726 w 5594726"/>
              <a:gd name="connsiteY2" fmla="*/ 6868625 h 6868625"/>
              <a:gd name="connsiteX3" fmla="*/ 0 w 5594726"/>
              <a:gd name="connsiteY3" fmla="*/ 6865085 h 6868625"/>
              <a:gd name="connsiteX4" fmla="*/ 2170935 w 5594726"/>
              <a:gd name="connsiteY4" fmla="*/ 0 h 6868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4726" h="6868625">
                <a:moveTo>
                  <a:pt x="2170935" y="0"/>
                </a:moveTo>
                <a:lnTo>
                  <a:pt x="5594726" y="0"/>
                </a:lnTo>
                <a:lnTo>
                  <a:pt x="5594726" y="6868625"/>
                </a:lnTo>
                <a:lnTo>
                  <a:pt x="0" y="6865085"/>
                </a:lnTo>
                <a:lnTo>
                  <a:pt x="2170935"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90BC8AEB-74E5-FA57-8297-33CE244CC1D1}"/>
              </a:ext>
            </a:extLst>
          </p:cNvPr>
          <p:cNvSpPr>
            <a:spLocks noGrp="1"/>
          </p:cNvSpPr>
          <p:nvPr>
            <p:ph type="title"/>
          </p:nvPr>
        </p:nvSpPr>
        <p:spPr>
          <a:xfrm>
            <a:off x="-33559" y="683971"/>
            <a:ext cx="4164154" cy="3150159"/>
          </a:xfrm>
        </p:spPr>
        <p:txBody>
          <a:bodyPr anchor="t">
            <a:noAutofit/>
          </a:bodyPr>
          <a:lstStyle/>
          <a:p>
            <a:pPr>
              <a:lnSpc>
                <a:spcPct val="150000"/>
              </a:lnSpc>
            </a:pPr>
            <a:r>
              <a:rPr lang="en-US" sz="2800" b="1" dirty="0"/>
              <a:t>2. Is there a correlation between the survival time and the age of the patient (at the time of diagnosis)?</a:t>
            </a:r>
            <a:br>
              <a:rPr lang="en-US" sz="2800" b="1" dirty="0"/>
            </a:br>
            <a:br>
              <a:rPr lang="en-US" sz="2800" b="1" dirty="0"/>
            </a:br>
            <a:r>
              <a:rPr lang="en-US" sz="2800" b="1" dirty="0">
                <a:solidFill>
                  <a:schemeClr val="accent2">
                    <a:lumMod val="75000"/>
                  </a:schemeClr>
                </a:solidFill>
              </a:rPr>
              <a:t>Final code</a:t>
            </a:r>
            <a:br>
              <a:rPr lang="en-US" sz="2800" dirty="0"/>
            </a:br>
            <a:endParaRPr lang="he-IL" sz="2800" dirty="0"/>
          </a:p>
        </p:txBody>
      </p:sp>
      <p:cxnSp>
        <p:nvCxnSpPr>
          <p:cNvPr id="26" name="Straight Connector 25">
            <a:extLst>
              <a:ext uri="{FF2B5EF4-FFF2-40B4-BE49-F238E27FC236}">
                <a16:creationId xmlns:a16="http://schemas.microsoft.com/office/drawing/2014/main" id="{69FBE6D3-8499-4BE7-8C12-1BA9F0150E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3558" y="0"/>
            <a:ext cx="6705601" cy="8096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35C1B90-3208-4854-BFDE-310A02639F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514060" y="1"/>
            <a:ext cx="510363" cy="685799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FB20B9B-B58D-4A05-87A2-6F8C78BD7CB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365123"/>
            <a:ext cx="589522" cy="64928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8CC7CE6-73AD-436F-BC95-066CC95065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340702" y="-10737"/>
            <a:ext cx="2851297" cy="16800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192C383-6990-4C74-A5FF-EAB4A1EA29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3557" y="6045958"/>
            <a:ext cx="6876857" cy="81204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6" name="תמונה 5" descr="תמונה שמכילה טקסט, צילום מסך&#10;&#10;תוכן בינה מלאכותית גנרטיבית עשוי להיות שגוי.">
            <a:extLst>
              <a:ext uri="{FF2B5EF4-FFF2-40B4-BE49-F238E27FC236}">
                <a16:creationId xmlns:a16="http://schemas.microsoft.com/office/drawing/2014/main" id="{486A850C-A32A-6215-77A8-7F337F569EB3}"/>
              </a:ext>
            </a:extLst>
          </p:cNvPr>
          <p:cNvPicPr>
            <a:picLocks noChangeAspect="1"/>
          </p:cNvPicPr>
          <p:nvPr/>
        </p:nvPicPr>
        <p:blipFill>
          <a:blip r:embed="rId2"/>
          <a:stretch>
            <a:fillRect/>
          </a:stretch>
        </p:blipFill>
        <p:spPr>
          <a:xfrm>
            <a:off x="4657182" y="548777"/>
            <a:ext cx="7147714" cy="5738448"/>
          </a:xfrm>
          <a:prstGeom prst="rect">
            <a:avLst/>
          </a:prstGeom>
        </p:spPr>
      </p:pic>
    </p:spTree>
    <p:extLst>
      <p:ext uri="{BB962C8B-B14F-4D97-AF65-F5344CB8AC3E}">
        <p14:creationId xmlns:p14="http://schemas.microsoft.com/office/powerpoint/2010/main" val="7377581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E3F81B-161B-B8E2-8EC8-BE319297BA82}"/>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CB58E9FD-A01C-62AE-ACBC-FAEC5C2C6D6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E70C37-C773-B52A-F4A8-5787757EBD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4811C86-0A33-5091-0B5C-3CB27FB8235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03A434E-BFB6-7A4A-B753-6EEB19D86B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25B6B20-5007-EADB-B804-684367E91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C3B91AA-2234-1131-9357-6B511280DB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9962A32-500A-E44D-58B7-8F5FE6FC84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BB02E92A-C808-C9D3-EFB7-427DC56598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234C649-62DC-D563-6A59-247912B450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556" y="-14280"/>
            <a:ext cx="4615080" cy="687227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240216 w 5664007"/>
              <a:gd name="connsiteY0" fmla="*/ 0 h 6857998"/>
              <a:gd name="connsiteX1" fmla="*/ 5664007 w 5664007"/>
              <a:gd name="connsiteY1" fmla="*/ 0 h 6857998"/>
              <a:gd name="connsiteX2" fmla="*/ 5664007 w 5664007"/>
              <a:gd name="connsiteY2" fmla="*/ 6857998 h 6857998"/>
              <a:gd name="connsiteX3" fmla="*/ 0 w 5664007"/>
              <a:gd name="connsiteY3" fmla="*/ 6846045 h 6857998"/>
              <a:gd name="connsiteX4" fmla="*/ 2240216 w 5664007"/>
              <a:gd name="connsiteY4" fmla="*/ 0 h 6857998"/>
              <a:gd name="connsiteX0" fmla="*/ 2170935 w 5594726"/>
              <a:gd name="connsiteY0" fmla="*/ 0 h 6865085"/>
              <a:gd name="connsiteX1" fmla="*/ 5594726 w 5594726"/>
              <a:gd name="connsiteY1" fmla="*/ 0 h 6865085"/>
              <a:gd name="connsiteX2" fmla="*/ 5594726 w 5594726"/>
              <a:gd name="connsiteY2" fmla="*/ 6857998 h 6865085"/>
              <a:gd name="connsiteX3" fmla="*/ 0 w 5594726"/>
              <a:gd name="connsiteY3" fmla="*/ 6865085 h 6865085"/>
              <a:gd name="connsiteX4" fmla="*/ 2170935 w 5594726"/>
              <a:gd name="connsiteY4" fmla="*/ 0 h 6865085"/>
              <a:gd name="connsiteX0" fmla="*/ 2170935 w 5594726"/>
              <a:gd name="connsiteY0" fmla="*/ 0 h 6868625"/>
              <a:gd name="connsiteX1" fmla="*/ 5594726 w 5594726"/>
              <a:gd name="connsiteY1" fmla="*/ 0 h 6868625"/>
              <a:gd name="connsiteX2" fmla="*/ 5594726 w 5594726"/>
              <a:gd name="connsiteY2" fmla="*/ 6868625 h 6868625"/>
              <a:gd name="connsiteX3" fmla="*/ 0 w 5594726"/>
              <a:gd name="connsiteY3" fmla="*/ 6865085 h 6868625"/>
              <a:gd name="connsiteX4" fmla="*/ 2170935 w 5594726"/>
              <a:gd name="connsiteY4" fmla="*/ 0 h 6868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4726" h="6868625">
                <a:moveTo>
                  <a:pt x="2170935" y="0"/>
                </a:moveTo>
                <a:lnTo>
                  <a:pt x="5594726" y="0"/>
                </a:lnTo>
                <a:lnTo>
                  <a:pt x="5594726" y="6868625"/>
                </a:lnTo>
                <a:lnTo>
                  <a:pt x="0" y="6865085"/>
                </a:lnTo>
                <a:lnTo>
                  <a:pt x="2170935"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05B5A2B6-3C4C-6A8A-027E-CF50EC9EF40B}"/>
              </a:ext>
            </a:extLst>
          </p:cNvPr>
          <p:cNvSpPr>
            <a:spLocks noGrp="1"/>
          </p:cNvSpPr>
          <p:nvPr>
            <p:ph type="title"/>
          </p:nvPr>
        </p:nvSpPr>
        <p:spPr>
          <a:xfrm>
            <a:off x="49401" y="705031"/>
            <a:ext cx="3849125" cy="3150159"/>
          </a:xfrm>
        </p:spPr>
        <p:txBody>
          <a:bodyPr anchor="t">
            <a:noAutofit/>
          </a:bodyPr>
          <a:lstStyle/>
          <a:p>
            <a:pPr>
              <a:lnSpc>
                <a:spcPct val="150000"/>
              </a:lnSpc>
            </a:pPr>
            <a:r>
              <a:rPr lang="en-US" sz="2800" b="1" dirty="0"/>
              <a:t>2. Is there a correlation between the survival time and the age of the patient (at the time of diagnosis)?</a:t>
            </a:r>
            <a:br>
              <a:rPr lang="en-US" sz="2800" b="1" dirty="0"/>
            </a:br>
            <a:br>
              <a:rPr lang="en-US" sz="2800" b="1" dirty="0"/>
            </a:br>
            <a:r>
              <a:rPr lang="en-US" sz="2800" b="1" dirty="0">
                <a:solidFill>
                  <a:schemeClr val="accent2">
                    <a:lumMod val="75000"/>
                  </a:schemeClr>
                </a:solidFill>
              </a:rPr>
              <a:t>Tests</a:t>
            </a:r>
            <a:br>
              <a:rPr lang="en-US" sz="2800" dirty="0"/>
            </a:br>
            <a:endParaRPr lang="he-IL" sz="2800" dirty="0"/>
          </a:p>
        </p:txBody>
      </p:sp>
      <p:cxnSp>
        <p:nvCxnSpPr>
          <p:cNvPr id="26" name="Straight Connector 25">
            <a:extLst>
              <a:ext uri="{FF2B5EF4-FFF2-40B4-BE49-F238E27FC236}">
                <a16:creationId xmlns:a16="http://schemas.microsoft.com/office/drawing/2014/main" id="{D8A60A3D-0D51-F498-3076-BB545A0145B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3558" y="0"/>
            <a:ext cx="6705601" cy="8096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9865D4A-14A8-FF9E-C7A1-973BC88BD2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514060" y="1"/>
            <a:ext cx="510363" cy="685799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6EA73A1-5DE0-95B1-B9E5-72AE8C4387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365123"/>
            <a:ext cx="589522" cy="64928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33550F5-ECAB-729B-AA40-344C14DCFA1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340702" y="-10737"/>
            <a:ext cx="2851297" cy="16800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83AF967-273D-CB0D-1C9F-D461863B9A4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3557" y="6045958"/>
            <a:ext cx="6876857" cy="81204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4" name="תמונה 3" descr="תמונה שמכילה טקסט, צילום מסך, גופן, מספר&#10;&#10;תוכן בינה מלאכותית גנרטיבית עשוי להיות שגוי.">
            <a:extLst>
              <a:ext uri="{FF2B5EF4-FFF2-40B4-BE49-F238E27FC236}">
                <a16:creationId xmlns:a16="http://schemas.microsoft.com/office/drawing/2014/main" id="{DD466A04-B557-1FAD-ECAE-0B2C533C343C}"/>
              </a:ext>
            </a:extLst>
          </p:cNvPr>
          <p:cNvPicPr>
            <a:picLocks noChangeAspect="1"/>
          </p:cNvPicPr>
          <p:nvPr/>
        </p:nvPicPr>
        <p:blipFill>
          <a:blip r:embed="rId2"/>
          <a:stretch>
            <a:fillRect/>
          </a:stretch>
        </p:blipFill>
        <p:spPr>
          <a:xfrm>
            <a:off x="4655144" y="522647"/>
            <a:ext cx="7151791" cy="5798424"/>
          </a:xfrm>
          <a:prstGeom prst="rect">
            <a:avLst/>
          </a:prstGeom>
        </p:spPr>
      </p:pic>
    </p:spTree>
    <p:extLst>
      <p:ext uri="{BB962C8B-B14F-4D97-AF65-F5344CB8AC3E}">
        <p14:creationId xmlns:p14="http://schemas.microsoft.com/office/powerpoint/2010/main" val="1762791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C037EA-B598-8375-90FD-5221E73024D3}"/>
            </a:ext>
          </a:extLst>
        </p:cNvPr>
        <p:cNvGrpSpPr/>
        <p:nvPr/>
      </p:nvGrpSpPr>
      <p:grpSpPr>
        <a:xfrm>
          <a:off x="0" y="0"/>
          <a:ext cx="0" cy="0"/>
          <a:chOff x="0" y="0"/>
          <a:chExt cx="0" cy="0"/>
        </a:xfrm>
      </p:grpSpPr>
      <p:cxnSp>
        <p:nvCxnSpPr>
          <p:cNvPr id="85" name="Straight Connector 84">
            <a:extLst>
              <a:ext uri="{FF2B5EF4-FFF2-40B4-BE49-F238E27FC236}">
                <a16:creationId xmlns:a16="http://schemas.microsoft.com/office/drawing/2014/main" id="{70D8C1C0-2E7C-537B-41D4-77661875B3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34B2DD39-6F29-7B45-3329-34719EF5C1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BCBFEE6C-A371-3742-3C0E-B20FB2B6E5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3EA4F338-47EE-7D86-8816-6323933287A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00A78A3E-12C5-D592-79A8-6A7A7B5330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0BBFC205-2DFE-CA9F-858D-D2D026C4FD3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46943C3-8D20-66E2-4CD1-C65C967183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99" name="Rectangle 98">
            <a:extLst>
              <a:ext uri="{FF2B5EF4-FFF2-40B4-BE49-F238E27FC236}">
                <a16:creationId xmlns:a16="http://schemas.microsoft.com/office/drawing/2014/main" id="{59ED02BB-DBA7-0976-38FE-9FFAA3440C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D5D45F5F-29BD-72D2-ED88-085B8BB1C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49100"/>
            <a:ext cx="12192000" cy="20089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3" name="Straight Connector 102">
            <a:extLst>
              <a:ext uri="{FF2B5EF4-FFF2-40B4-BE49-F238E27FC236}">
                <a16:creationId xmlns:a16="http://schemas.microsoft.com/office/drawing/2014/main" id="{FFAC8C75-DAB6-C7B6-C945-D95439730AC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60990" y="4849100"/>
            <a:ext cx="2366826" cy="20089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24EFDD1F-204E-4B44-CF8E-14E9F4016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a:endCxn id="12" idx="1"/>
          </p:cNvCxnSpPr>
          <p:nvPr>
            <p:extLst>
              <p:ext uri="{386F3935-93C4-4BCD-93E2-E3B085C9AB24}">
                <p16:designElem xmlns:p16="http://schemas.microsoft.com/office/powerpoint/2015/main" val="1"/>
              </p:ext>
            </p:extLst>
          </p:nvPr>
        </p:nvCxnSpPr>
        <p:spPr>
          <a:xfrm flipH="1">
            <a:off x="0" y="4849099"/>
            <a:ext cx="3027816" cy="100445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כותרת 1">
            <a:extLst>
              <a:ext uri="{FF2B5EF4-FFF2-40B4-BE49-F238E27FC236}">
                <a16:creationId xmlns:a16="http://schemas.microsoft.com/office/drawing/2014/main" id="{10604ED5-45AF-DC68-4BCD-09EDD88020FF}"/>
              </a:ext>
            </a:extLst>
          </p:cNvPr>
          <p:cNvSpPr>
            <a:spLocks noGrp="1"/>
          </p:cNvSpPr>
          <p:nvPr>
            <p:ph type="title"/>
          </p:nvPr>
        </p:nvSpPr>
        <p:spPr>
          <a:xfrm>
            <a:off x="660991" y="5286428"/>
            <a:ext cx="10941486" cy="1006339"/>
          </a:xfrm>
        </p:spPr>
        <p:txBody>
          <a:bodyPr>
            <a:normAutofit fontScale="90000"/>
          </a:bodyPr>
          <a:lstStyle/>
          <a:p>
            <a:pPr fontAlgn="base">
              <a:lnSpc>
                <a:spcPct val="90000"/>
              </a:lnSpc>
            </a:pPr>
            <a:r>
              <a:rPr lang="en-US" sz="3100" b="1" dirty="0"/>
              <a:t>3. Is there a connection between the survival time and the patient's gender?</a:t>
            </a:r>
            <a:br>
              <a:rPr lang="en-US" sz="3100" b="1" dirty="0"/>
            </a:br>
            <a:br>
              <a:rPr lang="en-US" sz="3100" b="1" dirty="0"/>
            </a:br>
            <a:r>
              <a:rPr lang="en-US" sz="3100" b="1" dirty="0">
                <a:solidFill>
                  <a:schemeClr val="accent2">
                    <a:lumMod val="75000"/>
                  </a:schemeClr>
                </a:solidFill>
              </a:rPr>
              <a:t>Results</a:t>
            </a:r>
          </a:p>
        </p:txBody>
      </p:sp>
      <p:cxnSp>
        <p:nvCxnSpPr>
          <p:cNvPr id="107" name="Straight Connector 106">
            <a:extLst>
              <a:ext uri="{FF2B5EF4-FFF2-40B4-BE49-F238E27FC236}">
                <a16:creationId xmlns:a16="http://schemas.microsoft.com/office/drawing/2014/main" id="{F369099F-8E80-C047-04C5-0B9C57EF18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4849098"/>
            <a:ext cx="339224" cy="200890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DB578DDB-A592-4AC8-48E6-602E0965E2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2420" y="4849097"/>
            <a:ext cx="3309580" cy="138214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3" name="תמונה 2" descr="תמונה שמכילה טקסט, צילום מסך, תרשים, קו&#10;&#10;תוכן בינה מלאכותית גנרטיבית עשוי להיות שגוי.">
            <a:extLst>
              <a:ext uri="{FF2B5EF4-FFF2-40B4-BE49-F238E27FC236}">
                <a16:creationId xmlns:a16="http://schemas.microsoft.com/office/drawing/2014/main" id="{A381BFCA-7ECC-38D5-E697-F90D6AF8665B}"/>
              </a:ext>
            </a:extLst>
          </p:cNvPr>
          <p:cNvPicPr>
            <a:picLocks noChangeAspect="1"/>
          </p:cNvPicPr>
          <p:nvPr/>
        </p:nvPicPr>
        <p:blipFill>
          <a:blip r:embed="rId2"/>
          <a:stretch>
            <a:fillRect/>
          </a:stretch>
        </p:blipFill>
        <p:spPr>
          <a:xfrm>
            <a:off x="6920179" y="112365"/>
            <a:ext cx="4824511" cy="3051501"/>
          </a:xfrm>
          <a:prstGeom prst="rect">
            <a:avLst/>
          </a:prstGeom>
        </p:spPr>
      </p:pic>
      <p:sp>
        <p:nvSpPr>
          <p:cNvPr id="22" name="Rectangle 5">
            <a:extLst>
              <a:ext uri="{FF2B5EF4-FFF2-40B4-BE49-F238E27FC236}">
                <a16:creationId xmlns:a16="http://schemas.microsoft.com/office/drawing/2014/main" id="{40B388D7-387E-1D19-AD9B-C72EA78D6B0D}"/>
              </a:ext>
            </a:extLst>
          </p:cNvPr>
          <p:cNvSpPr>
            <a:spLocks noChangeArrowheads="1"/>
          </p:cNvSpPr>
          <p:nvPr/>
        </p:nvSpPr>
        <p:spPr bwMode="auto">
          <a:xfrm>
            <a:off x="660990" y="-49863"/>
            <a:ext cx="6398178" cy="3371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rtl="0" eaLnBrk="0" fontAlgn="base" hangingPunct="0">
              <a:lnSpc>
                <a:spcPct val="150000"/>
              </a:lnSpc>
              <a:spcBef>
                <a:spcPct val="0"/>
              </a:spcBef>
              <a:spcAft>
                <a:spcPct val="0"/>
              </a:spcAft>
            </a:pPr>
            <a:r>
              <a:rPr lang="en-US" dirty="0">
                <a:solidFill>
                  <a:schemeClr val="accent2">
                    <a:lumMod val="75000"/>
                  </a:schemeClr>
                </a:solidFill>
              </a:rPr>
              <a:t>The assumption was that survival time may differ by gender, the result was there is a very weak connection.</a:t>
            </a:r>
            <a:br>
              <a:rPr lang="en-US" dirty="0">
                <a:solidFill>
                  <a:schemeClr val="accent2">
                    <a:lumMod val="75000"/>
                  </a:schemeClr>
                </a:solidFill>
              </a:rPr>
            </a:br>
            <a:r>
              <a:rPr lang="en-US" dirty="0">
                <a:solidFill>
                  <a:schemeClr val="accent2">
                    <a:lumMod val="75000"/>
                  </a:schemeClr>
                </a:solidFill>
              </a:rPr>
              <a:t>Spearman correlation was used because gender is a categorical variable encoded numerically and survival time may not be normally distributed. The box plot visually compares survival distributions between genders, and testing the effect of long survival outliers showed minimal impact on the Spearman coefficient and p-value, indicating stable results.</a:t>
            </a:r>
            <a:endParaRPr kumimoji="0" lang="he-IL" altLang="he-IL" sz="1800" b="0" i="0" u="none" strike="noStrike" cap="none" normalizeH="0" baseline="0" dirty="0">
              <a:ln>
                <a:noFill/>
              </a:ln>
              <a:solidFill>
                <a:schemeClr val="accent2">
                  <a:lumMod val="75000"/>
                </a:schemeClr>
              </a:solidFill>
              <a:effectLst/>
            </a:endParaRPr>
          </a:p>
        </p:txBody>
      </p:sp>
      <p:pic>
        <p:nvPicPr>
          <p:cNvPr id="5" name="תמונה 4" descr="תמונה שמכילה טקסט, גופן, אלגברה, צילום מסך&#10;&#10;תוכן בינה מלאכותית גנרטיבית עשוי להיות שגוי.">
            <a:extLst>
              <a:ext uri="{FF2B5EF4-FFF2-40B4-BE49-F238E27FC236}">
                <a16:creationId xmlns:a16="http://schemas.microsoft.com/office/drawing/2014/main" id="{510A51E5-AF41-CE36-7298-C99986AE7A6E}"/>
              </a:ext>
            </a:extLst>
          </p:cNvPr>
          <p:cNvPicPr>
            <a:picLocks noChangeAspect="1"/>
          </p:cNvPicPr>
          <p:nvPr/>
        </p:nvPicPr>
        <p:blipFill>
          <a:blip r:embed="rId3"/>
          <a:stretch>
            <a:fillRect/>
          </a:stretch>
        </p:blipFill>
        <p:spPr>
          <a:xfrm>
            <a:off x="3938802" y="3323042"/>
            <a:ext cx="7805888" cy="1397734"/>
          </a:xfrm>
          <a:prstGeom prst="rect">
            <a:avLst/>
          </a:prstGeom>
        </p:spPr>
      </p:pic>
    </p:spTree>
    <p:extLst>
      <p:ext uri="{BB962C8B-B14F-4D97-AF65-F5344CB8AC3E}">
        <p14:creationId xmlns:p14="http://schemas.microsoft.com/office/powerpoint/2010/main" val="2449709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00423D-C2E0-0E82-51FB-8726FB15F040}"/>
            </a:ext>
          </a:extLst>
        </p:cNvPr>
        <p:cNvGrpSpPr/>
        <p:nvPr/>
      </p:nvGrpSpPr>
      <p:grpSpPr>
        <a:xfrm>
          <a:off x="0" y="0"/>
          <a:ext cx="0" cy="0"/>
          <a:chOff x="0" y="0"/>
          <a:chExt cx="0" cy="0"/>
        </a:xfrm>
      </p:grpSpPr>
      <p:cxnSp>
        <p:nvCxnSpPr>
          <p:cNvPr id="194" name="Straight Connector 136">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38">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96" name="Straight Connector 140">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42">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44">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46">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48">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01" name="Rectangle 150">
            <a:extLst>
              <a:ext uri="{FF2B5EF4-FFF2-40B4-BE49-F238E27FC236}">
                <a16:creationId xmlns:a16="http://schemas.microsoft.com/office/drawing/2014/main" id="{2096EABF-579F-4307-8952-04905085F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3">
            <a:extLst>
              <a:ext uri="{FF2B5EF4-FFF2-40B4-BE49-F238E27FC236}">
                <a16:creationId xmlns:a16="http://schemas.microsoft.com/office/drawing/2014/main" id="{233D9D3E-2FB8-42AA-B5E5-1EAB4DA920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556" y="-14280"/>
            <a:ext cx="4615080" cy="687227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240216 w 5664007"/>
              <a:gd name="connsiteY0" fmla="*/ 0 h 6857998"/>
              <a:gd name="connsiteX1" fmla="*/ 5664007 w 5664007"/>
              <a:gd name="connsiteY1" fmla="*/ 0 h 6857998"/>
              <a:gd name="connsiteX2" fmla="*/ 5664007 w 5664007"/>
              <a:gd name="connsiteY2" fmla="*/ 6857998 h 6857998"/>
              <a:gd name="connsiteX3" fmla="*/ 0 w 5664007"/>
              <a:gd name="connsiteY3" fmla="*/ 6846045 h 6857998"/>
              <a:gd name="connsiteX4" fmla="*/ 2240216 w 5664007"/>
              <a:gd name="connsiteY4" fmla="*/ 0 h 6857998"/>
              <a:gd name="connsiteX0" fmla="*/ 2170935 w 5594726"/>
              <a:gd name="connsiteY0" fmla="*/ 0 h 6865085"/>
              <a:gd name="connsiteX1" fmla="*/ 5594726 w 5594726"/>
              <a:gd name="connsiteY1" fmla="*/ 0 h 6865085"/>
              <a:gd name="connsiteX2" fmla="*/ 5594726 w 5594726"/>
              <a:gd name="connsiteY2" fmla="*/ 6857998 h 6865085"/>
              <a:gd name="connsiteX3" fmla="*/ 0 w 5594726"/>
              <a:gd name="connsiteY3" fmla="*/ 6865085 h 6865085"/>
              <a:gd name="connsiteX4" fmla="*/ 2170935 w 5594726"/>
              <a:gd name="connsiteY4" fmla="*/ 0 h 6865085"/>
              <a:gd name="connsiteX0" fmla="*/ 2170935 w 5594726"/>
              <a:gd name="connsiteY0" fmla="*/ 0 h 6868625"/>
              <a:gd name="connsiteX1" fmla="*/ 5594726 w 5594726"/>
              <a:gd name="connsiteY1" fmla="*/ 0 h 6868625"/>
              <a:gd name="connsiteX2" fmla="*/ 5594726 w 5594726"/>
              <a:gd name="connsiteY2" fmla="*/ 6868625 h 6868625"/>
              <a:gd name="connsiteX3" fmla="*/ 0 w 5594726"/>
              <a:gd name="connsiteY3" fmla="*/ 6865085 h 6868625"/>
              <a:gd name="connsiteX4" fmla="*/ 2170935 w 5594726"/>
              <a:gd name="connsiteY4" fmla="*/ 0 h 6868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4726" h="6868625">
                <a:moveTo>
                  <a:pt x="2170935" y="0"/>
                </a:moveTo>
                <a:lnTo>
                  <a:pt x="5594726" y="0"/>
                </a:lnTo>
                <a:lnTo>
                  <a:pt x="5594726" y="6868625"/>
                </a:lnTo>
                <a:lnTo>
                  <a:pt x="0" y="6865085"/>
                </a:lnTo>
                <a:lnTo>
                  <a:pt x="2170935"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F7A178C4-B2EB-60B4-05DC-89C9A6C24084}"/>
              </a:ext>
            </a:extLst>
          </p:cNvPr>
          <p:cNvSpPr>
            <a:spLocks noGrp="1"/>
          </p:cNvSpPr>
          <p:nvPr>
            <p:ph type="title"/>
          </p:nvPr>
        </p:nvSpPr>
        <p:spPr>
          <a:xfrm>
            <a:off x="127648" y="809623"/>
            <a:ext cx="3856313" cy="3150159"/>
          </a:xfrm>
        </p:spPr>
        <p:txBody>
          <a:bodyPr anchor="t">
            <a:noAutofit/>
          </a:bodyPr>
          <a:lstStyle/>
          <a:p>
            <a:pPr fontAlgn="base">
              <a:lnSpc>
                <a:spcPct val="150000"/>
              </a:lnSpc>
            </a:pPr>
            <a:r>
              <a:rPr lang="en-US" sz="2800" b="1" dirty="0"/>
              <a:t>3. Is there a connection between the survival time and the patient's gender?</a:t>
            </a:r>
            <a:br>
              <a:rPr lang="en-US" sz="2800" b="1" dirty="0"/>
            </a:br>
            <a:br>
              <a:rPr lang="en-US" sz="2800" b="1" dirty="0"/>
            </a:br>
            <a:r>
              <a:rPr lang="en-US" sz="2800" b="1" dirty="0">
                <a:solidFill>
                  <a:schemeClr val="accent2">
                    <a:lumMod val="75000"/>
                  </a:schemeClr>
                </a:solidFill>
              </a:rPr>
              <a:t>Final code</a:t>
            </a:r>
          </a:p>
        </p:txBody>
      </p:sp>
      <p:cxnSp>
        <p:nvCxnSpPr>
          <p:cNvPr id="203" name="Straight Connector 154">
            <a:extLst>
              <a:ext uri="{FF2B5EF4-FFF2-40B4-BE49-F238E27FC236}">
                <a16:creationId xmlns:a16="http://schemas.microsoft.com/office/drawing/2014/main" id="{69FBE6D3-8499-4BE7-8C12-1BA9F0150E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3558" y="0"/>
            <a:ext cx="6705601" cy="8096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156">
            <a:extLst>
              <a:ext uri="{FF2B5EF4-FFF2-40B4-BE49-F238E27FC236}">
                <a16:creationId xmlns:a16="http://schemas.microsoft.com/office/drawing/2014/main" id="{E35C1B90-3208-4854-BFDE-310A02639F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514060" y="1"/>
            <a:ext cx="510363" cy="685799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158">
            <a:extLst>
              <a:ext uri="{FF2B5EF4-FFF2-40B4-BE49-F238E27FC236}">
                <a16:creationId xmlns:a16="http://schemas.microsoft.com/office/drawing/2014/main" id="{BFB20B9B-B58D-4A05-87A2-6F8C78BD7CB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365123"/>
            <a:ext cx="589522" cy="64928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160">
            <a:extLst>
              <a:ext uri="{FF2B5EF4-FFF2-40B4-BE49-F238E27FC236}">
                <a16:creationId xmlns:a16="http://schemas.microsoft.com/office/drawing/2014/main" id="{18CC7CE6-73AD-436F-BC95-066CC95065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340702" y="-10737"/>
            <a:ext cx="2851297" cy="16800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7" name="Straight Connector 162">
            <a:extLst>
              <a:ext uri="{FF2B5EF4-FFF2-40B4-BE49-F238E27FC236}">
                <a16:creationId xmlns:a16="http://schemas.microsoft.com/office/drawing/2014/main" id="{0192C383-6990-4C74-A5FF-EAB4A1EA29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3557" y="6045958"/>
            <a:ext cx="6876857" cy="81204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28" name="תמונה 27" descr="תמונה שמכילה טקסט, צילום מסך, מסמך&#10;&#10;תוכן בינה מלאכותית גנרטיבית עשוי להיות שגוי.">
            <a:extLst>
              <a:ext uri="{FF2B5EF4-FFF2-40B4-BE49-F238E27FC236}">
                <a16:creationId xmlns:a16="http://schemas.microsoft.com/office/drawing/2014/main" id="{25205A15-FFA4-6F08-FA57-6EDED020EB97}"/>
              </a:ext>
            </a:extLst>
          </p:cNvPr>
          <p:cNvPicPr>
            <a:picLocks noChangeAspect="1"/>
          </p:cNvPicPr>
          <p:nvPr/>
        </p:nvPicPr>
        <p:blipFill>
          <a:blip r:embed="rId2"/>
          <a:stretch>
            <a:fillRect/>
          </a:stretch>
        </p:blipFill>
        <p:spPr>
          <a:xfrm>
            <a:off x="5895456" y="339186"/>
            <a:ext cx="4828627" cy="6167995"/>
          </a:xfrm>
          <a:prstGeom prst="rect">
            <a:avLst/>
          </a:prstGeom>
        </p:spPr>
      </p:pic>
    </p:spTree>
    <p:extLst>
      <p:ext uri="{BB962C8B-B14F-4D97-AF65-F5344CB8AC3E}">
        <p14:creationId xmlns:p14="http://schemas.microsoft.com/office/powerpoint/2010/main" val="18214955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8E78D0-E2C6-C2FD-E166-75C2FAA80E5B}"/>
            </a:ext>
          </a:extLst>
        </p:cNvPr>
        <p:cNvGrpSpPr/>
        <p:nvPr/>
      </p:nvGrpSpPr>
      <p:grpSpPr>
        <a:xfrm>
          <a:off x="0" y="0"/>
          <a:ext cx="0" cy="0"/>
          <a:chOff x="0" y="0"/>
          <a:chExt cx="0" cy="0"/>
        </a:xfrm>
      </p:grpSpPr>
      <p:cxnSp>
        <p:nvCxnSpPr>
          <p:cNvPr id="114" name="Straight Connector 113">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128" name="Rectangle 127">
            <a:extLst>
              <a:ext uri="{FF2B5EF4-FFF2-40B4-BE49-F238E27FC236}">
                <a16:creationId xmlns:a16="http://schemas.microsoft.com/office/drawing/2014/main" id="{2096EABF-579F-4307-8952-04905085F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23">
            <a:extLst>
              <a:ext uri="{FF2B5EF4-FFF2-40B4-BE49-F238E27FC236}">
                <a16:creationId xmlns:a16="http://schemas.microsoft.com/office/drawing/2014/main" id="{233D9D3E-2FB8-42AA-B5E5-1EAB4DA920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556" y="-14280"/>
            <a:ext cx="4615080" cy="687227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240216 w 5664007"/>
              <a:gd name="connsiteY0" fmla="*/ 0 h 6857998"/>
              <a:gd name="connsiteX1" fmla="*/ 5664007 w 5664007"/>
              <a:gd name="connsiteY1" fmla="*/ 0 h 6857998"/>
              <a:gd name="connsiteX2" fmla="*/ 5664007 w 5664007"/>
              <a:gd name="connsiteY2" fmla="*/ 6857998 h 6857998"/>
              <a:gd name="connsiteX3" fmla="*/ 0 w 5664007"/>
              <a:gd name="connsiteY3" fmla="*/ 6846045 h 6857998"/>
              <a:gd name="connsiteX4" fmla="*/ 2240216 w 5664007"/>
              <a:gd name="connsiteY4" fmla="*/ 0 h 6857998"/>
              <a:gd name="connsiteX0" fmla="*/ 2170935 w 5594726"/>
              <a:gd name="connsiteY0" fmla="*/ 0 h 6865085"/>
              <a:gd name="connsiteX1" fmla="*/ 5594726 w 5594726"/>
              <a:gd name="connsiteY1" fmla="*/ 0 h 6865085"/>
              <a:gd name="connsiteX2" fmla="*/ 5594726 w 5594726"/>
              <a:gd name="connsiteY2" fmla="*/ 6857998 h 6865085"/>
              <a:gd name="connsiteX3" fmla="*/ 0 w 5594726"/>
              <a:gd name="connsiteY3" fmla="*/ 6865085 h 6865085"/>
              <a:gd name="connsiteX4" fmla="*/ 2170935 w 5594726"/>
              <a:gd name="connsiteY4" fmla="*/ 0 h 6865085"/>
              <a:gd name="connsiteX0" fmla="*/ 2170935 w 5594726"/>
              <a:gd name="connsiteY0" fmla="*/ 0 h 6868625"/>
              <a:gd name="connsiteX1" fmla="*/ 5594726 w 5594726"/>
              <a:gd name="connsiteY1" fmla="*/ 0 h 6868625"/>
              <a:gd name="connsiteX2" fmla="*/ 5594726 w 5594726"/>
              <a:gd name="connsiteY2" fmla="*/ 6868625 h 6868625"/>
              <a:gd name="connsiteX3" fmla="*/ 0 w 5594726"/>
              <a:gd name="connsiteY3" fmla="*/ 6865085 h 6868625"/>
              <a:gd name="connsiteX4" fmla="*/ 2170935 w 5594726"/>
              <a:gd name="connsiteY4" fmla="*/ 0 h 6868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4726" h="6868625">
                <a:moveTo>
                  <a:pt x="2170935" y="0"/>
                </a:moveTo>
                <a:lnTo>
                  <a:pt x="5594726" y="0"/>
                </a:lnTo>
                <a:lnTo>
                  <a:pt x="5594726" y="6868625"/>
                </a:lnTo>
                <a:lnTo>
                  <a:pt x="0" y="6865085"/>
                </a:lnTo>
                <a:lnTo>
                  <a:pt x="2170935"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6B828C0A-41F0-9AE7-9504-537795E70624}"/>
              </a:ext>
            </a:extLst>
          </p:cNvPr>
          <p:cNvSpPr>
            <a:spLocks noGrp="1"/>
          </p:cNvSpPr>
          <p:nvPr>
            <p:ph type="title"/>
          </p:nvPr>
        </p:nvSpPr>
        <p:spPr>
          <a:xfrm>
            <a:off x="15147" y="676121"/>
            <a:ext cx="4012719" cy="3150159"/>
          </a:xfrm>
        </p:spPr>
        <p:txBody>
          <a:bodyPr anchor="t">
            <a:noAutofit/>
          </a:bodyPr>
          <a:lstStyle/>
          <a:p>
            <a:pPr fontAlgn="base">
              <a:lnSpc>
                <a:spcPct val="150000"/>
              </a:lnSpc>
            </a:pPr>
            <a:r>
              <a:rPr lang="en-US" sz="2800" b="1" dirty="0"/>
              <a:t>3. Is there a connection between the survival time and the patient's gender?</a:t>
            </a:r>
            <a:br>
              <a:rPr lang="en-US" sz="2800" b="1" dirty="0"/>
            </a:br>
            <a:br>
              <a:rPr lang="en-US" sz="2800" b="1" dirty="0"/>
            </a:br>
            <a:r>
              <a:rPr lang="en-US" sz="2800" b="1" dirty="0">
                <a:solidFill>
                  <a:schemeClr val="accent2">
                    <a:lumMod val="75000"/>
                  </a:schemeClr>
                </a:solidFill>
              </a:rPr>
              <a:t>Tests</a:t>
            </a:r>
            <a:endParaRPr lang="en-US" sz="2800" b="1" dirty="0"/>
          </a:p>
        </p:txBody>
      </p:sp>
      <p:cxnSp>
        <p:nvCxnSpPr>
          <p:cNvPr id="132" name="Straight Connector 131">
            <a:extLst>
              <a:ext uri="{FF2B5EF4-FFF2-40B4-BE49-F238E27FC236}">
                <a16:creationId xmlns:a16="http://schemas.microsoft.com/office/drawing/2014/main" id="{69FBE6D3-8499-4BE7-8C12-1BA9F0150E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3558" y="0"/>
            <a:ext cx="6705601" cy="8096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E35C1B90-3208-4854-BFDE-310A02639F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514060" y="1"/>
            <a:ext cx="510363" cy="685799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BFB20B9B-B58D-4A05-87A2-6F8C78BD7CB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365123"/>
            <a:ext cx="589522" cy="64928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18CC7CE6-73AD-436F-BC95-066CC95065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340702" y="-10737"/>
            <a:ext cx="2851297" cy="16800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0192C383-6990-4C74-A5FF-EAB4A1EA29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3557" y="6045958"/>
            <a:ext cx="6876857" cy="81204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8" name="תמונה 7" descr="תמונה שמכילה טקסט, צילום מסך, גופן&#10;&#10;תוכן בינה מלאכותית גנרטיבית עשוי להיות שגוי.">
            <a:extLst>
              <a:ext uri="{FF2B5EF4-FFF2-40B4-BE49-F238E27FC236}">
                <a16:creationId xmlns:a16="http://schemas.microsoft.com/office/drawing/2014/main" id="{85B59BE9-9188-88B1-0761-B99255FCACE4}"/>
              </a:ext>
            </a:extLst>
          </p:cNvPr>
          <p:cNvPicPr>
            <a:picLocks noChangeAspect="1"/>
          </p:cNvPicPr>
          <p:nvPr/>
        </p:nvPicPr>
        <p:blipFill>
          <a:blip r:embed="rId2"/>
          <a:stretch>
            <a:fillRect/>
          </a:stretch>
        </p:blipFill>
        <p:spPr>
          <a:xfrm>
            <a:off x="4590830" y="739913"/>
            <a:ext cx="7240773" cy="5298905"/>
          </a:xfrm>
          <a:prstGeom prst="rect">
            <a:avLst/>
          </a:prstGeom>
        </p:spPr>
      </p:pic>
    </p:spTree>
    <p:extLst>
      <p:ext uri="{BB962C8B-B14F-4D97-AF65-F5344CB8AC3E}">
        <p14:creationId xmlns:p14="http://schemas.microsoft.com/office/powerpoint/2010/main" val="4104033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4D226D-D107-D3FE-902B-E386C97D1354}"/>
            </a:ext>
          </a:extLst>
        </p:cNvPr>
        <p:cNvGrpSpPr/>
        <p:nvPr/>
      </p:nvGrpSpPr>
      <p:grpSpPr>
        <a:xfrm>
          <a:off x="0" y="0"/>
          <a:ext cx="0" cy="0"/>
          <a:chOff x="0" y="0"/>
          <a:chExt cx="0" cy="0"/>
        </a:xfrm>
      </p:grpSpPr>
      <p:cxnSp>
        <p:nvCxnSpPr>
          <p:cNvPr id="145" name="Straight Connector 144">
            <a:extLst>
              <a:ext uri="{FF2B5EF4-FFF2-40B4-BE49-F238E27FC236}">
                <a16:creationId xmlns:a16="http://schemas.microsoft.com/office/drawing/2014/main" id="{C4AB97A0-3419-C628-140A-8B865E25F6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FFFF42F3-091F-E625-6717-FE98E0727A3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ED0DE446-A6D3-9927-13AE-BBD21DEA7EB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FEA456EC-59F9-3DCA-D466-6EC06C07CC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2FE56E0A-B1BD-2EED-DB93-8A2304D8BF0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87F56B77-47A0-D49F-378C-327C2A0F9F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81DC50E7-38AE-C5DB-9777-5CA2CD4B5BC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159" name="Rectangle 158">
            <a:extLst>
              <a:ext uri="{FF2B5EF4-FFF2-40B4-BE49-F238E27FC236}">
                <a16:creationId xmlns:a16="http://schemas.microsoft.com/office/drawing/2014/main" id="{17F4224C-9899-AAA1-C776-313B9F7EC1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1" name="Straight Connector 160">
            <a:extLst>
              <a:ext uri="{FF2B5EF4-FFF2-40B4-BE49-F238E27FC236}">
                <a16:creationId xmlns:a16="http://schemas.microsoft.com/office/drawing/2014/main" id="{6FDC4697-2D0B-0393-68C5-D58E6329ACB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7289975" cy="133894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163" name="Rectangle 162">
            <a:extLst>
              <a:ext uri="{FF2B5EF4-FFF2-40B4-BE49-F238E27FC236}">
                <a16:creationId xmlns:a16="http://schemas.microsoft.com/office/drawing/2014/main" id="{B7908604-6807-7127-292A-1410E4475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827850"/>
            <a:ext cx="12192000" cy="205405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486340DE-F8BB-D7CC-BEB2-F4FB20DFF252}"/>
              </a:ext>
            </a:extLst>
          </p:cNvPr>
          <p:cNvSpPr>
            <a:spLocks noGrp="1"/>
          </p:cNvSpPr>
          <p:nvPr>
            <p:ph type="title"/>
          </p:nvPr>
        </p:nvSpPr>
        <p:spPr>
          <a:xfrm>
            <a:off x="1044539" y="5517169"/>
            <a:ext cx="10102920" cy="675417"/>
          </a:xfrm>
        </p:spPr>
        <p:txBody>
          <a:bodyPr>
            <a:noAutofit/>
          </a:bodyPr>
          <a:lstStyle/>
          <a:p>
            <a:pPr fontAlgn="base">
              <a:lnSpc>
                <a:spcPct val="90000"/>
              </a:lnSpc>
            </a:pPr>
            <a:r>
              <a:rPr lang="en-US" sz="2800" b="1" dirty="0"/>
              <a:t>4. Can we predict the treatment outcome based on the chosen treatment?</a:t>
            </a:r>
            <a:br>
              <a:rPr lang="en-US" sz="2800" b="1" dirty="0"/>
            </a:br>
            <a:br>
              <a:rPr lang="en-US" sz="2800" b="1" dirty="0"/>
            </a:br>
            <a:r>
              <a:rPr lang="en-US" sz="2800" b="1" dirty="0">
                <a:solidFill>
                  <a:schemeClr val="accent2">
                    <a:lumMod val="75000"/>
                  </a:schemeClr>
                </a:solidFill>
              </a:rPr>
              <a:t>Results</a:t>
            </a:r>
          </a:p>
        </p:txBody>
      </p:sp>
      <p:cxnSp>
        <p:nvCxnSpPr>
          <p:cNvPr id="165" name="Straight Connector 164">
            <a:extLst>
              <a:ext uri="{FF2B5EF4-FFF2-40B4-BE49-F238E27FC236}">
                <a16:creationId xmlns:a16="http://schemas.microsoft.com/office/drawing/2014/main" id="{CE4859E2-B5CA-14B3-C51E-EAA9D88F00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60990" y="0"/>
            <a:ext cx="863010" cy="485029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CD28D7DB-C969-5D45-F771-A809A59B842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3632375"/>
            <a:ext cx="3875314" cy="11954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68C50B55-3F12-E6E9-A9B7-21116A5C49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763624" y="1392865"/>
            <a:ext cx="1428376" cy="345743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3FECDC4E-9C90-9457-A496-D71E7589B9A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367404" y="0"/>
            <a:ext cx="1824596" cy="433891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4" name="תמונה 3" descr="תמונה שמכילה טקסט, צילום מסך, גופן, קבלה&#10;&#10;תוכן בינה מלאכותית גנרטיבית עשוי להיות שגוי.">
            <a:extLst>
              <a:ext uri="{FF2B5EF4-FFF2-40B4-BE49-F238E27FC236}">
                <a16:creationId xmlns:a16="http://schemas.microsoft.com/office/drawing/2014/main" id="{25788BEE-C636-D3F0-9766-C3180B7123F5}"/>
              </a:ext>
            </a:extLst>
          </p:cNvPr>
          <p:cNvPicPr>
            <a:picLocks noChangeAspect="1"/>
          </p:cNvPicPr>
          <p:nvPr/>
        </p:nvPicPr>
        <p:blipFill>
          <a:blip r:embed="rId2"/>
          <a:stretch>
            <a:fillRect/>
          </a:stretch>
        </p:blipFill>
        <p:spPr>
          <a:xfrm>
            <a:off x="2349912" y="2352687"/>
            <a:ext cx="7890348" cy="2150119"/>
          </a:xfrm>
          <a:prstGeom prst="rect">
            <a:avLst/>
          </a:prstGeom>
        </p:spPr>
      </p:pic>
      <p:sp>
        <p:nvSpPr>
          <p:cNvPr id="7" name="Rectangle 1">
            <a:extLst>
              <a:ext uri="{FF2B5EF4-FFF2-40B4-BE49-F238E27FC236}">
                <a16:creationId xmlns:a16="http://schemas.microsoft.com/office/drawing/2014/main" id="{C535327C-D372-0BD8-5C7E-A368CC4F58A4}"/>
              </a:ext>
            </a:extLst>
          </p:cNvPr>
          <p:cNvSpPr>
            <a:spLocks noChangeArrowheads="1"/>
          </p:cNvSpPr>
          <p:nvPr/>
        </p:nvSpPr>
        <p:spPr bwMode="auto">
          <a:xfrm>
            <a:off x="731520" y="69646"/>
            <a:ext cx="10746029" cy="2126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rtl="0" eaLnBrk="0" fontAlgn="base" hangingPunct="0">
              <a:lnSpc>
                <a:spcPct val="150000"/>
              </a:lnSpc>
              <a:spcBef>
                <a:spcPct val="0"/>
              </a:spcBef>
              <a:spcAft>
                <a:spcPct val="0"/>
              </a:spcAft>
            </a:pPr>
            <a:r>
              <a:rPr lang="en-US" dirty="0">
                <a:solidFill>
                  <a:schemeClr val="accent2">
                    <a:lumMod val="75000"/>
                  </a:schemeClr>
                </a:solidFill>
              </a:rPr>
              <a:t>The initial hypothesis was that treatment outcomes could be predicted, and the hypothesis was correct.</a:t>
            </a:r>
            <a:br>
              <a:rPr lang="en-US" dirty="0">
                <a:solidFill>
                  <a:schemeClr val="accent2">
                    <a:lumMod val="75000"/>
                  </a:schemeClr>
                </a:solidFill>
              </a:rPr>
            </a:br>
            <a:r>
              <a:rPr kumimoji="0" lang="en-US" altLang="he-IL" sz="1800" b="0" i="0" u="none" strike="noStrike" cap="none" normalizeH="0" baseline="0" dirty="0">
                <a:ln>
                  <a:noFill/>
                </a:ln>
                <a:solidFill>
                  <a:schemeClr val="accent2">
                    <a:lumMod val="75000"/>
                  </a:schemeClr>
                </a:solidFill>
                <a:effectLst/>
              </a:rPr>
              <a:t>The code computes outcome probabilities for each treatment using cross-tabulation, allowing a fair comparison between treatments. It then visualizes the outcome distributions with bar charts to clearly show how outcomes differ across treatments. Together, the probabilities and plots help identify the most effective treatment and support the final conclusion.</a:t>
            </a:r>
          </a:p>
        </p:txBody>
      </p:sp>
    </p:spTree>
    <p:extLst>
      <p:ext uri="{BB962C8B-B14F-4D97-AF65-F5344CB8AC3E}">
        <p14:creationId xmlns:p14="http://schemas.microsoft.com/office/powerpoint/2010/main" val="576311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0A0C9C-B80C-1BA7-CF3F-691B51895D31}"/>
            </a:ext>
          </a:extLst>
        </p:cNvPr>
        <p:cNvGrpSpPr/>
        <p:nvPr/>
      </p:nvGrpSpPr>
      <p:grpSpPr>
        <a:xfrm>
          <a:off x="0" y="0"/>
          <a:ext cx="0" cy="0"/>
          <a:chOff x="0" y="0"/>
          <a:chExt cx="0" cy="0"/>
        </a:xfrm>
      </p:grpSpPr>
      <p:cxnSp>
        <p:nvCxnSpPr>
          <p:cNvPr id="145" name="Straight Connector 144">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159" name="Rectangle 158">
            <a:extLst>
              <a:ext uri="{FF2B5EF4-FFF2-40B4-BE49-F238E27FC236}">
                <a16:creationId xmlns:a16="http://schemas.microsoft.com/office/drawing/2014/main" id="{EA3B6404-C37D-4FE3-8124-9FC5ECE562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1" name="Straight Connector 160">
            <a:extLst>
              <a:ext uri="{FF2B5EF4-FFF2-40B4-BE49-F238E27FC236}">
                <a16:creationId xmlns:a16="http://schemas.microsoft.com/office/drawing/2014/main" id="{C64A9919-C77B-4DEE-B7F8-B9A289E9E66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7289975" cy="133894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163" name="Rectangle 162">
            <a:extLst>
              <a:ext uri="{FF2B5EF4-FFF2-40B4-BE49-F238E27FC236}">
                <a16:creationId xmlns:a16="http://schemas.microsoft.com/office/drawing/2014/main" id="{F67B5ED5-2C08-4519-B88A-E933BAA847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827850"/>
            <a:ext cx="12192000" cy="205405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9A9D2866-6387-BC81-83DA-8670753C6ABC}"/>
              </a:ext>
            </a:extLst>
          </p:cNvPr>
          <p:cNvSpPr>
            <a:spLocks noGrp="1"/>
          </p:cNvSpPr>
          <p:nvPr>
            <p:ph type="title"/>
          </p:nvPr>
        </p:nvSpPr>
        <p:spPr>
          <a:xfrm>
            <a:off x="1044539" y="5517169"/>
            <a:ext cx="10102920" cy="675417"/>
          </a:xfrm>
        </p:spPr>
        <p:txBody>
          <a:bodyPr>
            <a:noAutofit/>
          </a:bodyPr>
          <a:lstStyle/>
          <a:p>
            <a:pPr fontAlgn="base">
              <a:lnSpc>
                <a:spcPct val="90000"/>
              </a:lnSpc>
            </a:pPr>
            <a:r>
              <a:rPr lang="en-US" sz="2800" b="1" dirty="0"/>
              <a:t>4. Can we predict the treatment outcome based on the chosen treatment?</a:t>
            </a:r>
            <a:br>
              <a:rPr lang="en-US" sz="2800" b="1" dirty="0"/>
            </a:br>
            <a:br>
              <a:rPr lang="en-US" sz="2800" b="1" dirty="0"/>
            </a:br>
            <a:r>
              <a:rPr lang="en-US" sz="2800" b="1" dirty="0">
                <a:solidFill>
                  <a:schemeClr val="accent2">
                    <a:lumMod val="75000"/>
                  </a:schemeClr>
                </a:solidFill>
              </a:rPr>
              <a:t>Results</a:t>
            </a:r>
          </a:p>
        </p:txBody>
      </p:sp>
      <p:cxnSp>
        <p:nvCxnSpPr>
          <p:cNvPr id="165" name="Straight Connector 164">
            <a:extLst>
              <a:ext uri="{FF2B5EF4-FFF2-40B4-BE49-F238E27FC236}">
                <a16:creationId xmlns:a16="http://schemas.microsoft.com/office/drawing/2014/main" id="{4BB9CE4F-048D-4320-B7EF-E5AEA4020C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60990" y="0"/>
            <a:ext cx="863010" cy="485029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717DE3F0-E5A7-4C2D-927E-5663808678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3632375"/>
            <a:ext cx="3875314" cy="11954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4E9EA87C-793F-4321-A0BC-4DB860289DD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763624" y="1392865"/>
            <a:ext cx="1428376" cy="345743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DEE00FC4-5601-4185-8A23-E15BD4D7B4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367404" y="0"/>
            <a:ext cx="1824596" cy="433891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6" name="תמונה 5" descr="תמונה שמכילה טקסט, תרשים, צילום מסך, מלבן&#10;&#10;תוכן בינה מלאכותית גנרטיבית עשוי להיות שגוי.">
            <a:extLst>
              <a:ext uri="{FF2B5EF4-FFF2-40B4-BE49-F238E27FC236}">
                <a16:creationId xmlns:a16="http://schemas.microsoft.com/office/drawing/2014/main" id="{9A658509-5792-A30B-A370-BB2832EE4EB8}"/>
              </a:ext>
            </a:extLst>
          </p:cNvPr>
          <p:cNvPicPr>
            <a:picLocks noChangeAspect="1"/>
          </p:cNvPicPr>
          <p:nvPr/>
        </p:nvPicPr>
        <p:blipFill>
          <a:blip r:embed="rId2"/>
          <a:stretch>
            <a:fillRect/>
          </a:stretch>
        </p:blipFill>
        <p:spPr>
          <a:xfrm>
            <a:off x="274325" y="181210"/>
            <a:ext cx="3485973" cy="2092989"/>
          </a:xfrm>
          <a:prstGeom prst="rect">
            <a:avLst/>
          </a:prstGeom>
        </p:spPr>
      </p:pic>
      <p:pic>
        <p:nvPicPr>
          <p:cNvPr id="8" name="תמונה 7" descr="תמונה שמכילה טקסט, צילום מסך, תרשים, מלבן&#10;&#10;תוכן בינה מלאכותית גנרטיבית עשוי להיות שגוי.">
            <a:extLst>
              <a:ext uri="{FF2B5EF4-FFF2-40B4-BE49-F238E27FC236}">
                <a16:creationId xmlns:a16="http://schemas.microsoft.com/office/drawing/2014/main" id="{EA6D2AB0-505A-1FB7-E41A-A963B20CA6EE}"/>
              </a:ext>
            </a:extLst>
          </p:cNvPr>
          <p:cNvPicPr>
            <a:picLocks noChangeAspect="1"/>
          </p:cNvPicPr>
          <p:nvPr/>
        </p:nvPicPr>
        <p:blipFill>
          <a:blip r:embed="rId3"/>
          <a:stretch>
            <a:fillRect/>
          </a:stretch>
        </p:blipFill>
        <p:spPr>
          <a:xfrm>
            <a:off x="8402636" y="173895"/>
            <a:ext cx="3413526" cy="2054056"/>
          </a:xfrm>
          <a:prstGeom prst="rect">
            <a:avLst/>
          </a:prstGeom>
        </p:spPr>
      </p:pic>
      <p:pic>
        <p:nvPicPr>
          <p:cNvPr id="10" name="תמונה 9" descr="תמונה שמכילה טקסט, צילום מסך, תרשים, מלבן&#10;&#10;תוכן בינה מלאכותית גנרטיבית עשוי להיות שגוי.">
            <a:extLst>
              <a:ext uri="{FF2B5EF4-FFF2-40B4-BE49-F238E27FC236}">
                <a16:creationId xmlns:a16="http://schemas.microsoft.com/office/drawing/2014/main" id="{9490615A-6900-D89A-7094-B04B5815A853}"/>
              </a:ext>
            </a:extLst>
          </p:cNvPr>
          <p:cNvPicPr>
            <a:picLocks noChangeAspect="1"/>
          </p:cNvPicPr>
          <p:nvPr/>
        </p:nvPicPr>
        <p:blipFill>
          <a:blip r:embed="rId4"/>
          <a:stretch>
            <a:fillRect/>
          </a:stretch>
        </p:blipFill>
        <p:spPr>
          <a:xfrm>
            <a:off x="3180895" y="2674712"/>
            <a:ext cx="2949939" cy="1755351"/>
          </a:xfrm>
          <a:prstGeom prst="rect">
            <a:avLst/>
          </a:prstGeom>
        </p:spPr>
      </p:pic>
      <p:pic>
        <p:nvPicPr>
          <p:cNvPr id="12" name="תמונה 11" descr="תמונה שמכילה טקסט, צילום מסך, תרשים, מלבן&#10;&#10;תוכן בינה מלאכותית גנרטיבית עשוי להיות שגוי.">
            <a:extLst>
              <a:ext uri="{FF2B5EF4-FFF2-40B4-BE49-F238E27FC236}">
                <a16:creationId xmlns:a16="http://schemas.microsoft.com/office/drawing/2014/main" id="{F79CC482-A597-1326-F5C4-8F105D23E0D9}"/>
              </a:ext>
            </a:extLst>
          </p:cNvPr>
          <p:cNvPicPr>
            <a:picLocks noChangeAspect="1"/>
          </p:cNvPicPr>
          <p:nvPr/>
        </p:nvPicPr>
        <p:blipFill>
          <a:blip r:embed="rId5"/>
          <a:stretch>
            <a:fillRect/>
          </a:stretch>
        </p:blipFill>
        <p:spPr>
          <a:xfrm>
            <a:off x="4335544" y="175564"/>
            <a:ext cx="3411843" cy="2030150"/>
          </a:xfrm>
          <a:prstGeom prst="rect">
            <a:avLst/>
          </a:prstGeom>
        </p:spPr>
      </p:pic>
      <p:pic>
        <p:nvPicPr>
          <p:cNvPr id="14" name="תמונה 13" descr="תמונה שמכילה טקסט, צילום מסך, תרשים, מלבן&#10;&#10;תוכן בינה מלאכותית גנרטיבית עשוי להיות שגוי.">
            <a:extLst>
              <a:ext uri="{FF2B5EF4-FFF2-40B4-BE49-F238E27FC236}">
                <a16:creationId xmlns:a16="http://schemas.microsoft.com/office/drawing/2014/main" id="{5082D7B4-1D43-3ABD-4550-C2E4D522EA80}"/>
              </a:ext>
            </a:extLst>
          </p:cNvPr>
          <p:cNvPicPr>
            <a:picLocks noChangeAspect="1"/>
          </p:cNvPicPr>
          <p:nvPr/>
        </p:nvPicPr>
        <p:blipFill>
          <a:blip r:embed="rId6"/>
          <a:stretch>
            <a:fillRect/>
          </a:stretch>
        </p:blipFill>
        <p:spPr>
          <a:xfrm>
            <a:off x="95979" y="2660080"/>
            <a:ext cx="2988903" cy="1788112"/>
          </a:xfrm>
          <a:prstGeom prst="rect">
            <a:avLst/>
          </a:prstGeom>
        </p:spPr>
      </p:pic>
      <p:pic>
        <p:nvPicPr>
          <p:cNvPr id="16" name="תמונה 15" descr="תמונה שמכילה טקסט, צילום מסך, תרשים, מלבן&#10;&#10;תוכן בינה מלאכותית גנרטיבית עשוי להיות שגוי.">
            <a:extLst>
              <a:ext uri="{FF2B5EF4-FFF2-40B4-BE49-F238E27FC236}">
                <a16:creationId xmlns:a16="http://schemas.microsoft.com/office/drawing/2014/main" id="{E8C84F66-A2B4-8501-E055-C99F8B5512A0}"/>
              </a:ext>
            </a:extLst>
          </p:cNvPr>
          <p:cNvPicPr>
            <a:picLocks noChangeAspect="1"/>
          </p:cNvPicPr>
          <p:nvPr/>
        </p:nvPicPr>
        <p:blipFill>
          <a:blip r:embed="rId7"/>
          <a:stretch>
            <a:fillRect/>
          </a:stretch>
        </p:blipFill>
        <p:spPr>
          <a:xfrm>
            <a:off x="9155388" y="2684195"/>
            <a:ext cx="2916542" cy="1761301"/>
          </a:xfrm>
          <a:prstGeom prst="rect">
            <a:avLst/>
          </a:prstGeom>
        </p:spPr>
      </p:pic>
      <p:pic>
        <p:nvPicPr>
          <p:cNvPr id="18" name="תמונה 17" descr="תמונה שמכילה טקסט, צילום מסך, תרשים, מלבן&#10;&#10;תוכן בינה מלאכותית גנרטיבית עשוי להיות שגוי.">
            <a:extLst>
              <a:ext uri="{FF2B5EF4-FFF2-40B4-BE49-F238E27FC236}">
                <a16:creationId xmlns:a16="http://schemas.microsoft.com/office/drawing/2014/main" id="{8F2BA8C1-E0C5-49A8-1BE4-59CD167A3F28}"/>
              </a:ext>
            </a:extLst>
          </p:cNvPr>
          <p:cNvPicPr>
            <a:picLocks noChangeAspect="1"/>
          </p:cNvPicPr>
          <p:nvPr/>
        </p:nvPicPr>
        <p:blipFill>
          <a:blip r:embed="rId8"/>
          <a:stretch>
            <a:fillRect/>
          </a:stretch>
        </p:blipFill>
        <p:spPr>
          <a:xfrm>
            <a:off x="6150055" y="2665949"/>
            <a:ext cx="2987551" cy="1788111"/>
          </a:xfrm>
          <a:prstGeom prst="rect">
            <a:avLst/>
          </a:prstGeom>
        </p:spPr>
      </p:pic>
    </p:spTree>
    <p:extLst>
      <p:ext uri="{BB962C8B-B14F-4D97-AF65-F5344CB8AC3E}">
        <p14:creationId xmlns:p14="http://schemas.microsoft.com/office/powerpoint/2010/main" val="4130326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4EDF3C4-F7B6-0538-AB75-3E6FF8C32C67}"/>
            </a:ext>
          </a:extLst>
        </p:cNvPr>
        <p:cNvGrpSpPr/>
        <p:nvPr/>
      </p:nvGrpSpPr>
      <p:grpSpPr>
        <a:xfrm>
          <a:off x="0" y="0"/>
          <a:ext cx="0" cy="0"/>
          <a:chOff x="0" y="0"/>
          <a:chExt cx="0" cy="0"/>
        </a:xfrm>
      </p:grpSpPr>
      <p:cxnSp>
        <p:nvCxnSpPr>
          <p:cNvPr id="114" name="Straight Connector 113">
            <a:extLst>
              <a:ext uri="{FF2B5EF4-FFF2-40B4-BE49-F238E27FC236}">
                <a16:creationId xmlns:a16="http://schemas.microsoft.com/office/drawing/2014/main" id="{441C0D01-AD71-E168-0D8E-0B9B975C54F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7553C52E-D671-5957-E25E-95FB74E6D7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FE764D3-9A06-B56A-21E0-721C2B001E5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595B0655-0AAA-2A3A-FFE6-9D47583F9A9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8C876E7C-2BAD-F2EC-013D-3A7B995BE75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462CE060-7217-AFD9-FB3A-BF289B4C04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91930420-45EC-5041-7BFA-808CE0D74F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128" name="Rectangle 127">
            <a:extLst>
              <a:ext uri="{FF2B5EF4-FFF2-40B4-BE49-F238E27FC236}">
                <a16:creationId xmlns:a16="http://schemas.microsoft.com/office/drawing/2014/main" id="{1B403ED6-1FDB-4B0B-F495-FA3027603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23">
            <a:extLst>
              <a:ext uri="{FF2B5EF4-FFF2-40B4-BE49-F238E27FC236}">
                <a16:creationId xmlns:a16="http://schemas.microsoft.com/office/drawing/2014/main" id="{79BB8FE3-3B19-AF62-965E-6D0478723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556" y="-14280"/>
            <a:ext cx="4615080" cy="687227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240216 w 5664007"/>
              <a:gd name="connsiteY0" fmla="*/ 0 h 6857998"/>
              <a:gd name="connsiteX1" fmla="*/ 5664007 w 5664007"/>
              <a:gd name="connsiteY1" fmla="*/ 0 h 6857998"/>
              <a:gd name="connsiteX2" fmla="*/ 5664007 w 5664007"/>
              <a:gd name="connsiteY2" fmla="*/ 6857998 h 6857998"/>
              <a:gd name="connsiteX3" fmla="*/ 0 w 5664007"/>
              <a:gd name="connsiteY3" fmla="*/ 6846045 h 6857998"/>
              <a:gd name="connsiteX4" fmla="*/ 2240216 w 5664007"/>
              <a:gd name="connsiteY4" fmla="*/ 0 h 6857998"/>
              <a:gd name="connsiteX0" fmla="*/ 2170935 w 5594726"/>
              <a:gd name="connsiteY0" fmla="*/ 0 h 6865085"/>
              <a:gd name="connsiteX1" fmla="*/ 5594726 w 5594726"/>
              <a:gd name="connsiteY1" fmla="*/ 0 h 6865085"/>
              <a:gd name="connsiteX2" fmla="*/ 5594726 w 5594726"/>
              <a:gd name="connsiteY2" fmla="*/ 6857998 h 6865085"/>
              <a:gd name="connsiteX3" fmla="*/ 0 w 5594726"/>
              <a:gd name="connsiteY3" fmla="*/ 6865085 h 6865085"/>
              <a:gd name="connsiteX4" fmla="*/ 2170935 w 5594726"/>
              <a:gd name="connsiteY4" fmla="*/ 0 h 6865085"/>
              <a:gd name="connsiteX0" fmla="*/ 2170935 w 5594726"/>
              <a:gd name="connsiteY0" fmla="*/ 0 h 6868625"/>
              <a:gd name="connsiteX1" fmla="*/ 5594726 w 5594726"/>
              <a:gd name="connsiteY1" fmla="*/ 0 h 6868625"/>
              <a:gd name="connsiteX2" fmla="*/ 5594726 w 5594726"/>
              <a:gd name="connsiteY2" fmla="*/ 6868625 h 6868625"/>
              <a:gd name="connsiteX3" fmla="*/ 0 w 5594726"/>
              <a:gd name="connsiteY3" fmla="*/ 6865085 h 6868625"/>
              <a:gd name="connsiteX4" fmla="*/ 2170935 w 5594726"/>
              <a:gd name="connsiteY4" fmla="*/ 0 h 6868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4726" h="6868625">
                <a:moveTo>
                  <a:pt x="2170935" y="0"/>
                </a:moveTo>
                <a:lnTo>
                  <a:pt x="5594726" y="0"/>
                </a:lnTo>
                <a:lnTo>
                  <a:pt x="5594726" y="6868625"/>
                </a:lnTo>
                <a:lnTo>
                  <a:pt x="0" y="6865085"/>
                </a:lnTo>
                <a:lnTo>
                  <a:pt x="2170935"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38EEEADC-DAE4-FFE9-C532-AA3CA50F196B}"/>
              </a:ext>
            </a:extLst>
          </p:cNvPr>
          <p:cNvSpPr>
            <a:spLocks noGrp="1"/>
          </p:cNvSpPr>
          <p:nvPr>
            <p:ph type="title"/>
          </p:nvPr>
        </p:nvSpPr>
        <p:spPr>
          <a:xfrm>
            <a:off x="129508" y="823903"/>
            <a:ext cx="4012719" cy="3150159"/>
          </a:xfrm>
        </p:spPr>
        <p:txBody>
          <a:bodyPr anchor="t">
            <a:noAutofit/>
          </a:bodyPr>
          <a:lstStyle/>
          <a:p>
            <a:pPr fontAlgn="base">
              <a:lnSpc>
                <a:spcPct val="150000"/>
              </a:lnSpc>
            </a:pPr>
            <a:r>
              <a:rPr lang="en-US" sz="2800" b="1" dirty="0">
                <a:solidFill>
                  <a:schemeClr val="tx1"/>
                </a:solidFill>
              </a:rPr>
              <a:t>4. Can we predict the treatment outcome based on the chosen treatment?</a:t>
            </a:r>
            <a:br>
              <a:rPr lang="en-US" sz="2800" b="1" dirty="0"/>
            </a:br>
            <a:br>
              <a:rPr lang="en-US" sz="2800" b="1" dirty="0"/>
            </a:br>
            <a:r>
              <a:rPr lang="en-US" sz="2800" b="1" dirty="0">
                <a:solidFill>
                  <a:schemeClr val="accent2">
                    <a:lumMod val="75000"/>
                  </a:schemeClr>
                </a:solidFill>
              </a:rPr>
              <a:t>Final code</a:t>
            </a:r>
            <a:endParaRPr lang="en-US" sz="2800" b="1" dirty="0"/>
          </a:p>
        </p:txBody>
      </p:sp>
      <p:cxnSp>
        <p:nvCxnSpPr>
          <p:cNvPr id="132" name="Straight Connector 131">
            <a:extLst>
              <a:ext uri="{FF2B5EF4-FFF2-40B4-BE49-F238E27FC236}">
                <a16:creationId xmlns:a16="http://schemas.microsoft.com/office/drawing/2014/main" id="{4AFD4AD0-9C8D-2C99-4942-6C3A039F71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3558" y="0"/>
            <a:ext cx="6705601" cy="8096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AFFACF9-0012-5067-50B2-D70BA8D2314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514060" y="1"/>
            <a:ext cx="510363" cy="685799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2CE58F44-0746-02EE-DA69-14D63117585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365123"/>
            <a:ext cx="589522" cy="64928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70B38F90-4B3D-3999-609F-BD31B513A9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340702" y="-10737"/>
            <a:ext cx="2851297" cy="16800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D66325DD-274A-5D50-2C24-8D9A5E01735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3557" y="6045958"/>
            <a:ext cx="6876857" cy="81204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6" name="תמונה 5" descr="תמונה שמכילה טקסט, צילום מסך, מסמך&#10;&#10;תוכן בינה מלאכותית גנרטיבית עשוי להיות שגוי.">
            <a:extLst>
              <a:ext uri="{FF2B5EF4-FFF2-40B4-BE49-F238E27FC236}">
                <a16:creationId xmlns:a16="http://schemas.microsoft.com/office/drawing/2014/main" id="{C1E585D5-3FC0-F530-4F1B-CE3A3A2124C6}"/>
              </a:ext>
            </a:extLst>
          </p:cNvPr>
          <p:cNvPicPr>
            <a:picLocks noChangeAspect="1"/>
          </p:cNvPicPr>
          <p:nvPr/>
        </p:nvPicPr>
        <p:blipFill>
          <a:blip r:embed="rId2"/>
          <a:stretch>
            <a:fillRect/>
          </a:stretch>
        </p:blipFill>
        <p:spPr>
          <a:xfrm>
            <a:off x="6024869" y="365122"/>
            <a:ext cx="4789638" cy="6105347"/>
          </a:xfrm>
          <a:prstGeom prst="rect">
            <a:avLst/>
          </a:prstGeom>
        </p:spPr>
      </p:pic>
    </p:spTree>
    <p:extLst>
      <p:ext uri="{BB962C8B-B14F-4D97-AF65-F5344CB8AC3E}">
        <p14:creationId xmlns:p14="http://schemas.microsoft.com/office/powerpoint/2010/main" val="1936336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22FDEC-6455-F249-9A68-10107D2BCADE}"/>
            </a:ext>
          </a:extLst>
        </p:cNvPr>
        <p:cNvGrpSpPr/>
        <p:nvPr/>
      </p:nvGrpSpPr>
      <p:grpSpPr>
        <a:xfrm>
          <a:off x="0" y="0"/>
          <a:ext cx="0" cy="0"/>
          <a:chOff x="0" y="0"/>
          <a:chExt cx="0" cy="0"/>
        </a:xfrm>
      </p:grpSpPr>
      <p:cxnSp>
        <p:nvCxnSpPr>
          <p:cNvPr id="114" name="Straight Connector 113">
            <a:extLst>
              <a:ext uri="{FF2B5EF4-FFF2-40B4-BE49-F238E27FC236}">
                <a16:creationId xmlns:a16="http://schemas.microsoft.com/office/drawing/2014/main" id="{991AFF1E-A5E3-7C42-EEC2-B4718A0B7E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67163839-45F2-049F-4986-8EF0374AAB6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85D57640-0224-67F4-5386-28320D7095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D7E46600-0806-4B4B-E844-C0136207C8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B6A978FA-82B9-8147-C8A1-9304C65FB40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585FE32B-71D9-49E1-E874-ED13777383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FFF88D3A-CFAC-4AB4-8AEF-C562B789856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128" name="Rectangle 127">
            <a:extLst>
              <a:ext uri="{FF2B5EF4-FFF2-40B4-BE49-F238E27FC236}">
                <a16:creationId xmlns:a16="http://schemas.microsoft.com/office/drawing/2014/main" id="{B4A2B267-BE28-8272-5F0F-12D886189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23">
            <a:extLst>
              <a:ext uri="{FF2B5EF4-FFF2-40B4-BE49-F238E27FC236}">
                <a16:creationId xmlns:a16="http://schemas.microsoft.com/office/drawing/2014/main" id="{AAA5E03A-CB25-7586-5566-CBC31ADC40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556" y="-14280"/>
            <a:ext cx="4615080" cy="687227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240216 w 5664007"/>
              <a:gd name="connsiteY0" fmla="*/ 0 h 6857998"/>
              <a:gd name="connsiteX1" fmla="*/ 5664007 w 5664007"/>
              <a:gd name="connsiteY1" fmla="*/ 0 h 6857998"/>
              <a:gd name="connsiteX2" fmla="*/ 5664007 w 5664007"/>
              <a:gd name="connsiteY2" fmla="*/ 6857998 h 6857998"/>
              <a:gd name="connsiteX3" fmla="*/ 0 w 5664007"/>
              <a:gd name="connsiteY3" fmla="*/ 6846045 h 6857998"/>
              <a:gd name="connsiteX4" fmla="*/ 2240216 w 5664007"/>
              <a:gd name="connsiteY4" fmla="*/ 0 h 6857998"/>
              <a:gd name="connsiteX0" fmla="*/ 2170935 w 5594726"/>
              <a:gd name="connsiteY0" fmla="*/ 0 h 6865085"/>
              <a:gd name="connsiteX1" fmla="*/ 5594726 w 5594726"/>
              <a:gd name="connsiteY1" fmla="*/ 0 h 6865085"/>
              <a:gd name="connsiteX2" fmla="*/ 5594726 w 5594726"/>
              <a:gd name="connsiteY2" fmla="*/ 6857998 h 6865085"/>
              <a:gd name="connsiteX3" fmla="*/ 0 w 5594726"/>
              <a:gd name="connsiteY3" fmla="*/ 6865085 h 6865085"/>
              <a:gd name="connsiteX4" fmla="*/ 2170935 w 5594726"/>
              <a:gd name="connsiteY4" fmla="*/ 0 h 6865085"/>
              <a:gd name="connsiteX0" fmla="*/ 2170935 w 5594726"/>
              <a:gd name="connsiteY0" fmla="*/ 0 h 6868625"/>
              <a:gd name="connsiteX1" fmla="*/ 5594726 w 5594726"/>
              <a:gd name="connsiteY1" fmla="*/ 0 h 6868625"/>
              <a:gd name="connsiteX2" fmla="*/ 5594726 w 5594726"/>
              <a:gd name="connsiteY2" fmla="*/ 6868625 h 6868625"/>
              <a:gd name="connsiteX3" fmla="*/ 0 w 5594726"/>
              <a:gd name="connsiteY3" fmla="*/ 6865085 h 6868625"/>
              <a:gd name="connsiteX4" fmla="*/ 2170935 w 5594726"/>
              <a:gd name="connsiteY4" fmla="*/ 0 h 6868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4726" h="6868625">
                <a:moveTo>
                  <a:pt x="2170935" y="0"/>
                </a:moveTo>
                <a:lnTo>
                  <a:pt x="5594726" y="0"/>
                </a:lnTo>
                <a:lnTo>
                  <a:pt x="5594726" y="6868625"/>
                </a:lnTo>
                <a:lnTo>
                  <a:pt x="0" y="6865085"/>
                </a:lnTo>
                <a:lnTo>
                  <a:pt x="2170935"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01092021-C8AB-0179-023B-A2E0811E657E}"/>
              </a:ext>
            </a:extLst>
          </p:cNvPr>
          <p:cNvSpPr>
            <a:spLocks noGrp="1"/>
          </p:cNvSpPr>
          <p:nvPr>
            <p:ph type="title"/>
          </p:nvPr>
        </p:nvSpPr>
        <p:spPr>
          <a:xfrm>
            <a:off x="129508" y="823903"/>
            <a:ext cx="4012719" cy="3150159"/>
          </a:xfrm>
        </p:spPr>
        <p:txBody>
          <a:bodyPr anchor="t">
            <a:noAutofit/>
          </a:bodyPr>
          <a:lstStyle/>
          <a:p>
            <a:pPr fontAlgn="base">
              <a:lnSpc>
                <a:spcPct val="150000"/>
              </a:lnSpc>
            </a:pPr>
            <a:r>
              <a:rPr lang="en-US" sz="2800" b="1" dirty="0">
                <a:solidFill>
                  <a:schemeClr val="tx1"/>
                </a:solidFill>
              </a:rPr>
              <a:t>4. Can we predict the treatment outcome based on the chosen treatment?</a:t>
            </a:r>
            <a:br>
              <a:rPr lang="en-US" sz="2800" b="1" dirty="0"/>
            </a:br>
            <a:br>
              <a:rPr lang="en-US" sz="2800" b="1" dirty="0"/>
            </a:br>
            <a:r>
              <a:rPr lang="en-US" sz="2800" b="1" dirty="0">
                <a:solidFill>
                  <a:schemeClr val="accent2">
                    <a:lumMod val="75000"/>
                  </a:schemeClr>
                </a:solidFill>
              </a:rPr>
              <a:t>Tests</a:t>
            </a:r>
            <a:endParaRPr lang="en-US" sz="2800" b="1" dirty="0"/>
          </a:p>
        </p:txBody>
      </p:sp>
      <p:cxnSp>
        <p:nvCxnSpPr>
          <p:cNvPr id="132" name="Straight Connector 131">
            <a:extLst>
              <a:ext uri="{FF2B5EF4-FFF2-40B4-BE49-F238E27FC236}">
                <a16:creationId xmlns:a16="http://schemas.microsoft.com/office/drawing/2014/main" id="{56C0DF2A-F972-E3F6-156E-23486444EF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3558" y="0"/>
            <a:ext cx="6705601" cy="8096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A6DE5225-32F5-6D99-AD7F-E2727443AE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514060" y="1"/>
            <a:ext cx="510363" cy="685799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3EF9204B-B9CD-FAF5-3202-9515C4E8FC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365123"/>
            <a:ext cx="589522" cy="64928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D81B344F-A4A1-A499-6593-CBC62B48B9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340702" y="-10737"/>
            <a:ext cx="2851297" cy="16800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05EF0301-88A6-249F-07F7-9A8346C894F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3557" y="6045958"/>
            <a:ext cx="6876857" cy="81204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4" name="תמונה 3" descr="תמונה שמכילה טקסט, צילום מסך, גופן, מספר&#10;&#10;תוכן בינה מלאכותית גנרטיבית עשוי להיות שגוי.">
            <a:extLst>
              <a:ext uri="{FF2B5EF4-FFF2-40B4-BE49-F238E27FC236}">
                <a16:creationId xmlns:a16="http://schemas.microsoft.com/office/drawing/2014/main" id="{9473F84A-7864-9FEE-EF33-53BDFBFCE8C6}"/>
              </a:ext>
            </a:extLst>
          </p:cNvPr>
          <p:cNvPicPr>
            <a:picLocks noChangeAspect="1"/>
          </p:cNvPicPr>
          <p:nvPr/>
        </p:nvPicPr>
        <p:blipFill>
          <a:blip r:embed="rId2"/>
          <a:stretch>
            <a:fillRect/>
          </a:stretch>
        </p:blipFill>
        <p:spPr>
          <a:xfrm>
            <a:off x="6081544" y="271421"/>
            <a:ext cx="4420325" cy="6293160"/>
          </a:xfrm>
          <a:prstGeom prst="rect">
            <a:avLst/>
          </a:prstGeom>
        </p:spPr>
      </p:pic>
    </p:spTree>
    <p:extLst>
      <p:ext uri="{BB962C8B-B14F-4D97-AF65-F5344CB8AC3E}">
        <p14:creationId xmlns:p14="http://schemas.microsoft.com/office/powerpoint/2010/main" val="1878020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4FFB92-A6FA-AA74-1E00-672CC081358F}"/>
            </a:ext>
          </a:extLst>
        </p:cNvPr>
        <p:cNvGrpSpPr/>
        <p:nvPr/>
      </p:nvGrpSpPr>
      <p:grpSpPr>
        <a:xfrm>
          <a:off x="0" y="0"/>
          <a:ext cx="0" cy="0"/>
          <a:chOff x="0" y="0"/>
          <a:chExt cx="0" cy="0"/>
        </a:xfrm>
      </p:grpSpPr>
      <p:cxnSp>
        <p:nvCxnSpPr>
          <p:cNvPr id="39" name="Straight Connector 38">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53" name="Rectangle 52">
            <a:extLst>
              <a:ext uri="{FF2B5EF4-FFF2-40B4-BE49-F238E27FC236}">
                <a16:creationId xmlns:a16="http://schemas.microsoft.com/office/drawing/2014/main" id="{EA3B6404-C37D-4FE3-8124-9FC5ECE562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54">
            <a:extLst>
              <a:ext uri="{FF2B5EF4-FFF2-40B4-BE49-F238E27FC236}">
                <a16:creationId xmlns:a16="http://schemas.microsoft.com/office/drawing/2014/main" id="{C64A9919-C77B-4DEE-B7F8-B9A289E9E66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7289975" cy="133894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F67B5ED5-2C08-4519-B88A-E933BAA847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827850"/>
            <a:ext cx="12192000" cy="205405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1A4366AC-3891-CB8A-76A9-E6AF9DA89B16}"/>
              </a:ext>
            </a:extLst>
          </p:cNvPr>
          <p:cNvSpPr>
            <a:spLocks noGrp="1"/>
          </p:cNvSpPr>
          <p:nvPr>
            <p:ph type="title"/>
          </p:nvPr>
        </p:nvSpPr>
        <p:spPr>
          <a:xfrm>
            <a:off x="1044540" y="5475938"/>
            <a:ext cx="10102920" cy="675417"/>
          </a:xfrm>
        </p:spPr>
        <p:txBody>
          <a:bodyPr>
            <a:noAutofit/>
          </a:bodyPr>
          <a:lstStyle/>
          <a:p>
            <a:pPr fontAlgn="base">
              <a:lnSpc>
                <a:spcPct val="90000"/>
              </a:lnSpc>
            </a:pPr>
            <a:r>
              <a:rPr lang="en-US" sz="2800" b="1" dirty="0"/>
              <a:t>5. Can tumor type predict the tumor grade at initial diagnosis?</a:t>
            </a:r>
            <a:br>
              <a:rPr lang="en-US" sz="2800" b="1" dirty="0"/>
            </a:br>
            <a:br>
              <a:rPr lang="en-US" sz="2800" b="1" dirty="0"/>
            </a:br>
            <a:r>
              <a:rPr lang="en-US" sz="2800" b="1" dirty="0">
                <a:solidFill>
                  <a:schemeClr val="accent2">
                    <a:lumMod val="75000"/>
                  </a:schemeClr>
                </a:solidFill>
              </a:rPr>
              <a:t>Results</a:t>
            </a:r>
          </a:p>
        </p:txBody>
      </p:sp>
      <p:cxnSp>
        <p:nvCxnSpPr>
          <p:cNvPr id="59" name="Straight Connector 58">
            <a:extLst>
              <a:ext uri="{FF2B5EF4-FFF2-40B4-BE49-F238E27FC236}">
                <a16:creationId xmlns:a16="http://schemas.microsoft.com/office/drawing/2014/main" id="{4BB9CE4F-048D-4320-B7EF-E5AEA4020C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60990" y="0"/>
            <a:ext cx="863010" cy="485029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17DE3F0-E5A7-4C2D-927E-5663808678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3632375"/>
            <a:ext cx="3875314" cy="11954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E9EA87C-793F-4321-A0BC-4DB860289DD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763624" y="1392865"/>
            <a:ext cx="1428376" cy="345743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DEE00FC4-5601-4185-8A23-E15BD4D7B4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367404" y="0"/>
            <a:ext cx="1824596" cy="433891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6" name="תמונה 5" descr="תמונה שמכילה טקסט, גופן, צילום מסך, לבן&#10;&#10;תוכן בינה מלאכותית גנרטיבית עשוי להיות שגוי.">
            <a:extLst>
              <a:ext uri="{FF2B5EF4-FFF2-40B4-BE49-F238E27FC236}">
                <a16:creationId xmlns:a16="http://schemas.microsoft.com/office/drawing/2014/main" id="{40B4D4D1-0AA9-AFE3-9814-329C31AAE523}"/>
              </a:ext>
            </a:extLst>
          </p:cNvPr>
          <p:cNvPicPr>
            <a:picLocks noChangeAspect="1"/>
          </p:cNvPicPr>
          <p:nvPr/>
        </p:nvPicPr>
        <p:blipFill>
          <a:blip r:embed="rId2"/>
          <a:stretch>
            <a:fillRect/>
          </a:stretch>
        </p:blipFill>
        <p:spPr>
          <a:xfrm>
            <a:off x="6671112" y="3835448"/>
            <a:ext cx="5288275" cy="699220"/>
          </a:xfrm>
          <a:prstGeom prst="rect">
            <a:avLst/>
          </a:prstGeom>
        </p:spPr>
      </p:pic>
      <p:pic>
        <p:nvPicPr>
          <p:cNvPr id="11" name="תמונה 10" descr="תמונה שמכילה גופן, טקסט, סמל, מספר&#10;&#10;תוכן בינה מלאכותית גנרטיבית עשוי להיות שגוי.">
            <a:extLst>
              <a:ext uri="{FF2B5EF4-FFF2-40B4-BE49-F238E27FC236}">
                <a16:creationId xmlns:a16="http://schemas.microsoft.com/office/drawing/2014/main" id="{60662B82-3749-BB15-A5D1-8BDA67BF81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476" y="3842704"/>
            <a:ext cx="1923512" cy="765114"/>
          </a:xfrm>
          <a:prstGeom prst="rect">
            <a:avLst/>
          </a:prstGeom>
        </p:spPr>
      </p:pic>
      <p:pic>
        <p:nvPicPr>
          <p:cNvPr id="15" name="תמונה 14" descr="תמונה שמכילה טקסט, גופן, שעון, צילום מסך&#10;&#10;תוכן בינה מלאכותית גנרטיבית עשוי להיות שגוי.">
            <a:extLst>
              <a:ext uri="{FF2B5EF4-FFF2-40B4-BE49-F238E27FC236}">
                <a16:creationId xmlns:a16="http://schemas.microsoft.com/office/drawing/2014/main" id="{6EBA4E46-C7E4-8EC7-0EF9-159B20F084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19719" y="3850019"/>
            <a:ext cx="2281556" cy="765114"/>
          </a:xfrm>
          <a:prstGeom prst="rect">
            <a:avLst/>
          </a:prstGeom>
        </p:spPr>
      </p:pic>
      <p:sp>
        <p:nvSpPr>
          <p:cNvPr id="17" name="Rectangle 3">
            <a:extLst>
              <a:ext uri="{FF2B5EF4-FFF2-40B4-BE49-F238E27FC236}">
                <a16:creationId xmlns:a16="http://schemas.microsoft.com/office/drawing/2014/main" id="{9C05ABAE-931E-DD47-F8A9-439FD287EEC8}"/>
              </a:ext>
            </a:extLst>
          </p:cNvPr>
          <p:cNvSpPr>
            <a:spLocks noChangeArrowheads="1"/>
          </p:cNvSpPr>
          <p:nvPr/>
        </p:nvSpPr>
        <p:spPr bwMode="auto">
          <a:xfrm>
            <a:off x="392715" y="-47024"/>
            <a:ext cx="6361976" cy="3787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rtl="0" eaLnBrk="0" fontAlgn="base" hangingPunct="0">
              <a:lnSpc>
                <a:spcPct val="150000"/>
              </a:lnSpc>
              <a:spcBef>
                <a:spcPct val="0"/>
              </a:spcBef>
              <a:spcAft>
                <a:spcPct val="0"/>
              </a:spcAft>
            </a:pPr>
            <a:r>
              <a:rPr lang="en-US" dirty="0">
                <a:solidFill>
                  <a:schemeClr val="accent2">
                    <a:lumMod val="75000"/>
                  </a:schemeClr>
                </a:solidFill>
              </a:rPr>
              <a:t>The initial assumption was that tumor type would not be able to predict tumor grade, but the results showed that each tumor type was associated with specific grades, indicating a clear relationship. </a:t>
            </a:r>
            <a:br>
              <a:rPr lang="en-US" dirty="0">
                <a:solidFill>
                  <a:schemeClr val="accent2">
                    <a:lumMod val="75000"/>
                  </a:schemeClr>
                </a:solidFill>
              </a:rPr>
            </a:br>
            <a:r>
              <a:rPr lang="en-US" dirty="0">
                <a:solidFill>
                  <a:schemeClr val="accent2">
                    <a:lumMod val="75000"/>
                  </a:schemeClr>
                </a:solidFill>
              </a:rPr>
              <a:t>A cross-tabulation examined the relationship between tumor type and tumor grade. A chi-square test showed a statistically significant association, and Cramér’s V indicated that the relationship is strong. A stacked bar chart with percentages was used to clearly compare grade distributions across tumor types, even with different sample sizes.</a:t>
            </a:r>
            <a:endParaRPr kumimoji="0" lang="he-IL" altLang="he-IL" sz="1800" i="0" u="none" strike="noStrike" cap="none" normalizeH="0" baseline="0" dirty="0">
              <a:ln>
                <a:noFill/>
              </a:ln>
              <a:solidFill>
                <a:schemeClr val="accent2">
                  <a:lumMod val="75000"/>
                </a:schemeClr>
              </a:solidFill>
              <a:effectLst/>
              <a:latin typeface="Arial" panose="020B0604020202020204" pitchFamily="34" charset="0"/>
            </a:endParaRPr>
          </a:p>
        </p:txBody>
      </p:sp>
      <p:pic>
        <p:nvPicPr>
          <p:cNvPr id="5" name="תמונה 4" descr="תמונה שמכילה טקסט, צילום מסך, תוכנה, מספר&#10;&#10;תוכן בינה מלאכותית גנרטיבית עשוי להיות שגוי.">
            <a:extLst>
              <a:ext uri="{FF2B5EF4-FFF2-40B4-BE49-F238E27FC236}">
                <a16:creationId xmlns:a16="http://schemas.microsoft.com/office/drawing/2014/main" id="{65F1B24A-2465-2176-4A6C-A4B190E2CB58}"/>
              </a:ext>
            </a:extLst>
          </p:cNvPr>
          <p:cNvPicPr>
            <a:picLocks noChangeAspect="1"/>
          </p:cNvPicPr>
          <p:nvPr/>
        </p:nvPicPr>
        <p:blipFill>
          <a:blip r:embed="rId5"/>
          <a:stretch>
            <a:fillRect/>
          </a:stretch>
        </p:blipFill>
        <p:spPr>
          <a:xfrm>
            <a:off x="6769980" y="177931"/>
            <a:ext cx="5124939" cy="3129616"/>
          </a:xfrm>
          <a:prstGeom prst="rect">
            <a:avLst/>
          </a:prstGeom>
        </p:spPr>
      </p:pic>
    </p:spTree>
    <p:extLst>
      <p:ext uri="{BB962C8B-B14F-4D97-AF65-F5344CB8AC3E}">
        <p14:creationId xmlns:p14="http://schemas.microsoft.com/office/powerpoint/2010/main" val="9360939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BFD909-CCF4-92ED-AF60-38CE432E4D7C}"/>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2096EABF-579F-4307-8952-04905085F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33D9D3E-2FB8-42AA-B5E5-1EAB4DA920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556" y="-14280"/>
            <a:ext cx="4615080" cy="687227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240216 w 5664007"/>
              <a:gd name="connsiteY0" fmla="*/ 0 h 6857998"/>
              <a:gd name="connsiteX1" fmla="*/ 5664007 w 5664007"/>
              <a:gd name="connsiteY1" fmla="*/ 0 h 6857998"/>
              <a:gd name="connsiteX2" fmla="*/ 5664007 w 5664007"/>
              <a:gd name="connsiteY2" fmla="*/ 6857998 h 6857998"/>
              <a:gd name="connsiteX3" fmla="*/ 0 w 5664007"/>
              <a:gd name="connsiteY3" fmla="*/ 6846045 h 6857998"/>
              <a:gd name="connsiteX4" fmla="*/ 2240216 w 5664007"/>
              <a:gd name="connsiteY4" fmla="*/ 0 h 6857998"/>
              <a:gd name="connsiteX0" fmla="*/ 2170935 w 5594726"/>
              <a:gd name="connsiteY0" fmla="*/ 0 h 6865085"/>
              <a:gd name="connsiteX1" fmla="*/ 5594726 w 5594726"/>
              <a:gd name="connsiteY1" fmla="*/ 0 h 6865085"/>
              <a:gd name="connsiteX2" fmla="*/ 5594726 w 5594726"/>
              <a:gd name="connsiteY2" fmla="*/ 6857998 h 6865085"/>
              <a:gd name="connsiteX3" fmla="*/ 0 w 5594726"/>
              <a:gd name="connsiteY3" fmla="*/ 6865085 h 6865085"/>
              <a:gd name="connsiteX4" fmla="*/ 2170935 w 5594726"/>
              <a:gd name="connsiteY4" fmla="*/ 0 h 6865085"/>
              <a:gd name="connsiteX0" fmla="*/ 2170935 w 5594726"/>
              <a:gd name="connsiteY0" fmla="*/ 0 h 6868625"/>
              <a:gd name="connsiteX1" fmla="*/ 5594726 w 5594726"/>
              <a:gd name="connsiteY1" fmla="*/ 0 h 6868625"/>
              <a:gd name="connsiteX2" fmla="*/ 5594726 w 5594726"/>
              <a:gd name="connsiteY2" fmla="*/ 6868625 h 6868625"/>
              <a:gd name="connsiteX3" fmla="*/ 0 w 5594726"/>
              <a:gd name="connsiteY3" fmla="*/ 6865085 h 6868625"/>
              <a:gd name="connsiteX4" fmla="*/ 2170935 w 5594726"/>
              <a:gd name="connsiteY4" fmla="*/ 0 h 6868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4726" h="6868625">
                <a:moveTo>
                  <a:pt x="2170935" y="0"/>
                </a:moveTo>
                <a:lnTo>
                  <a:pt x="5594726" y="0"/>
                </a:lnTo>
                <a:lnTo>
                  <a:pt x="5594726" y="6868625"/>
                </a:lnTo>
                <a:lnTo>
                  <a:pt x="0" y="6865085"/>
                </a:lnTo>
                <a:lnTo>
                  <a:pt x="2170935"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C1487ED7-9FDD-A4C4-AF9D-F9999AE3C1EB}"/>
              </a:ext>
            </a:extLst>
          </p:cNvPr>
          <p:cNvSpPr>
            <a:spLocks noGrp="1"/>
          </p:cNvSpPr>
          <p:nvPr>
            <p:ph type="title"/>
          </p:nvPr>
        </p:nvSpPr>
        <p:spPr>
          <a:xfrm>
            <a:off x="89696" y="823903"/>
            <a:ext cx="3679545" cy="3150159"/>
          </a:xfrm>
        </p:spPr>
        <p:txBody>
          <a:bodyPr anchor="t">
            <a:noAutofit/>
          </a:bodyPr>
          <a:lstStyle/>
          <a:p>
            <a:pPr fontAlgn="base">
              <a:lnSpc>
                <a:spcPct val="150000"/>
              </a:lnSpc>
            </a:pPr>
            <a:r>
              <a:rPr lang="en-US" sz="2800" b="1" dirty="0"/>
              <a:t>5. Can tumor type predict the tumor grade at initial diagnosis?</a:t>
            </a:r>
            <a:br>
              <a:rPr lang="en-US" sz="2800" b="1" dirty="0"/>
            </a:br>
            <a:br>
              <a:rPr lang="en-US" sz="2800" b="1" dirty="0"/>
            </a:br>
            <a:r>
              <a:rPr lang="en-US" sz="2800" b="1" dirty="0">
                <a:solidFill>
                  <a:schemeClr val="accent2">
                    <a:lumMod val="75000"/>
                  </a:schemeClr>
                </a:solidFill>
              </a:rPr>
              <a:t>Final code</a:t>
            </a:r>
          </a:p>
        </p:txBody>
      </p:sp>
      <p:cxnSp>
        <p:nvCxnSpPr>
          <p:cNvPr id="26" name="Straight Connector 25">
            <a:extLst>
              <a:ext uri="{FF2B5EF4-FFF2-40B4-BE49-F238E27FC236}">
                <a16:creationId xmlns:a16="http://schemas.microsoft.com/office/drawing/2014/main" id="{69FBE6D3-8499-4BE7-8C12-1BA9F0150E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3558" y="0"/>
            <a:ext cx="6705601" cy="8096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35C1B90-3208-4854-BFDE-310A02639F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514060" y="1"/>
            <a:ext cx="510363" cy="685799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FB20B9B-B58D-4A05-87A2-6F8C78BD7CB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365123"/>
            <a:ext cx="589522" cy="64928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8CC7CE6-73AD-436F-BC95-066CC95065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340702" y="-10737"/>
            <a:ext cx="2851297" cy="16800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192C383-6990-4C74-A5FF-EAB4A1EA29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3557" y="6045958"/>
            <a:ext cx="6876857" cy="81204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5" name="תמונה 4" descr="תמונה שמכילה טקסט, צילום מסך, מסמך, גופן&#10;&#10;תוכן בינה מלאכותית גנרטיבית עשוי להיות שגוי.">
            <a:extLst>
              <a:ext uri="{FF2B5EF4-FFF2-40B4-BE49-F238E27FC236}">
                <a16:creationId xmlns:a16="http://schemas.microsoft.com/office/drawing/2014/main" id="{750D6DF0-DBD7-AD99-B215-0D49DE79DFDE}"/>
              </a:ext>
            </a:extLst>
          </p:cNvPr>
          <p:cNvPicPr>
            <a:picLocks noChangeAspect="1"/>
          </p:cNvPicPr>
          <p:nvPr/>
        </p:nvPicPr>
        <p:blipFill>
          <a:blip r:embed="rId2"/>
          <a:stretch>
            <a:fillRect/>
          </a:stretch>
        </p:blipFill>
        <p:spPr>
          <a:xfrm>
            <a:off x="4408388" y="986245"/>
            <a:ext cx="3893645" cy="4885509"/>
          </a:xfrm>
          <a:prstGeom prst="rect">
            <a:avLst/>
          </a:prstGeom>
        </p:spPr>
      </p:pic>
      <p:pic>
        <p:nvPicPr>
          <p:cNvPr id="7" name="תמונה 6" descr="תמונה שמכילה טקסט, צילום מסך, מסמך&#10;&#10;תוכן בינה מלאכותית גנרטיבית עשוי להיות שגוי.">
            <a:extLst>
              <a:ext uri="{FF2B5EF4-FFF2-40B4-BE49-F238E27FC236}">
                <a16:creationId xmlns:a16="http://schemas.microsoft.com/office/drawing/2014/main" id="{1E7DB45F-217D-4A60-069E-0569CF538DAF}"/>
              </a:ext>
            </a:extLst>
          </p:cNvPr>
          <p:cNvPicPr>
            <a:picLocks noChangeAspect="1"/>
          </p:cNvPicPr>
          <p:nvPr/>
        </p:nvPicPr>
        <p:blipFill>
          <a:blip r:embed="rId3"/>
          <a:stretch>
            <a:fillRect/>
          </a:stretch>
        </p:blipFill>
        <p:spPr>
          <a:xfrm>
            <a:off x="8401496" y="979104"/>
            <a:ext cx="3667905" cy="4885509"/>
          </a:xfrm>
          <a:prstGeom prst="rect">
            <a:avLst/>
          </a:prstGeom>
        </p:spPr>
      </p:pic>
    </p:spTree>
    <p:extLst>
      <p:ext uri="{BB962C8B-B14F-4D97-AF65-F5344CB8AC3E}">
        <p14:creationId xmlns:p14="http://schemas.microsoft.com/office/powerpoint/2010/main" val="11429786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220863-EC51-009C-A4A4-4FB385826F9C}"/>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ACC1A3DD-4E65-3CE1-C31B-15ADB18B948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14C4769-62FA-A84A-ABE0-8941F443794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94B7518-989D-E604-7F66-A6169E6A26E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5BD309C-DC75-666E-FC0F-3B4C1910A7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61351D5-7346-1938-689A-64FE0A34118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CC3E9F0-CA1C-C5A0-5ABC-421AF56F40C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403BA2B-9686-F3D3-9B67-632F660A123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2EE205CB-E851-C13D-AA05-0E71946D2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83A5C49-8F04-B8F9-AEA4-33D73A81F3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556" y="-14280"/>
            <a:ext cx="4615080" cy="687227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240216 w 5664007"/>
              <a:gd name="connsiteY0" fmla="*/ 0 h 6857998"/>
              <a:gd name="connsiteX1" fmla="*/ 5664007 w 5664007"/>
              <a:gd name="connsiteY1" fmla="*/ 0 h 6857998"/>
              <a:gd name="connsiteX2" fmla="*/ 5664007 w 5664007"/>
              <a:gd name="connsiteY2" fmla="*/ 6857998 h 6857998"/>
              <a:gd name="connsiteX3" fmla="*/ 0 w 5664007"/>
              <a:gd name="connsiteY3" fmla="*/ 6846045 h 6857998"/>
              <a:gd name="connsiteX4" fmla="*/ 2240216 w 5664007"/>
              <a:gd name="connsiteY4" fmla="*/ 0 h 6857998"/>
              <a:gd name="connsiteX0" fmla="*/ 2170935 w 5594726"/>
              <a:gd name="connsiteY0" fmla="*/ 0 h 6865085"/>
              <a:gd name="connsiteX1" fmla="*/ 5594726 w 5594726"/>
              <a:gd name="connsiteY1" fmla="*/ 0 h 6865085"/>
              <a:gd name="connsiteX2" fmla="*/ 5594726 w 5594726"/>
              <a:gd name="connsiteY2" fmla="*/ 6857998 h 6865085"/>
              <a:gd name="connsiteX3" fmla="*/ 0 w 5594726"/>
              <a:gd name="connsiteY3" fmla="*/ 6865085 h 6865085"/>
              <a:gd name="connsiteX4" fmla="*/ 2170935 w 5594726"/>
              <a:gd name="connsiteY4" fmla="*/ 0 h 6865085"/>
              <a:gd name="connsiteX0" fmla="*/ 2170935 w 5594726"/>
              <a:gd name="connsiteY0" fmla="*/ 0 h 6868625"/>
              <a:gd name="connsiteX1" fmla="*/ 5594726 w 5594726"/>
              <a:gd name="connsiteY1" fmla="*/ 0 h 6868625"/>
              <a:gd name="connsiteX2" fmla="*/ 5594726 w 5594726"/>
              <a:gd name="connsiteY2" fmla="*/ 6868625 h 6868625"/>
              <a:gd name="connsiteX3" fmla="*/ 0 w 5594726"/>
              <a:gd name="connsiteY3" fmla="*/ 6865085 h 6868625"/>
              <a:gd name="connsiteX4" fmla="*/ 2170935 w 5594726"/>
              <a:gd name="connsiteY4" fmla="*/ 0 h 6868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4726" h="6868625">
                <a:moveTo>
                  <a:pt x="2170935" y="0"/>
                </a:moveTo>
                <a:lnTo>
                  <a:pt x="5594726" y="0"/>
                </a:lnTo>
                <a:lnTo>
                  <a:pt x="5594726" y="6868625"/>
                </a:lnTo>
                <a:lnTo>
                  <a:pt x="0" y="6865085"/>
                </a:lnTo>
                <a:lnTo>
                  <a:pt x="2170935"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704F3B80-0FDB-A428-F687-DB4242BED6D8}"/>
              </a:ext>
            </a:extLst>
          </p:cNvPr>
          <p:cNvSpPr>
            <a:spLocks noGrp="1"/>
          </p:cNvSpPr>
          <p:nvPr>
            <p:ph type="title"/>
          </p:nvPr>
        </p:nvSpPr>
        <p:spPr>
          <a:xfrm>
            <a:off x="89696" y="823903"/>
            <a:ext cx="3679545" cy="3150159"/>
          </a:xfrm>
        </p:spPr>
        <p:txBody>
          <a:bodyPr anchor="t">
            <a:noAutofit/>
          </a:bodyPr>
          <a:lstStyle/>
          <a:p>
            <a:pPr fontAlgn="base">
              <a:lnSpc>
                <a:spcPct val="150000"/>
              </a:lnSpc>
            </a:pPr>
            <a:r>
              <a:rPr lang="en-US" sz="2800" b="1" dirty="0"/>
              <a:t>5. Can tumor type predict the tumor grade at initial diagnosis?</a:t>
            </a:r>
            <a:br>
              <a:rPr lang="en-US" sz="2800" b="1" dirty="0"/>
            </a:br>
            <a:br>
              <a:rPr lang="en-US" sz="2800" b="1" dirty="0"/>
            </a:br>
            <a:r>
              <a:rPr lang="en-US" sz="2800" b="1" dirty="0">
                <a:solidFill>
                  <a:schemeClr val="accent2">
                    <a:lumMod val="75000"/>
                  </a:schemeClr>
                </a:solidFill>
              </a:rPr>
              <a:t>Tests</a:t>
            </a:r>
          </a:p>
        </p:txBody>
      </p:sp>
      <p:cxnSp>
        <p:nvCxnSpPr>
          <p:cNvPr id="26" name="Straight Connector 25">
            <a:extLst>
              <a:ext uri="{FF2B5EF4-FFF2-40B4-BE49-F238E27FC236}">
                <a16:creationId xmlns:a16="http://schemas.microsoft.com/office/drawing/2014/main" id="{25FF1987-A93F-4C04-2CFE-69BE7CF013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3558" y="0"/>
            <a:ext cx="6705601" cy="8096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E333EB7-91CB-CC03-A011-5C24E2D876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514060" y="1"/>
            <a:ext cx="510363" cy="685799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61486DA-7C57-208D-94A9-9F1DFA10D3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365123"/>
            <a:ext cx="589522" cy="64928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1EB59D3-1E09-3488-3B03-A5AE7FDC9DF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340702" y="-10737"/>
            <a:ext cx="2851297" cy="16800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DD80F2D-B13F-C42D-4038-4AEBC3939B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3557" y="6045958"/>
            <a:ext cx="6876857" cy="81204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4" name="תמונה 3" descr="תמונה שמכילה טקסט, צילום מסך, מסמך, גופן&#10;&#10;תוכן בינה מלאכותית גנרטיבית עשוי להיות שגוי.">
            <a:extLst>
              <a:ext uri="{FF2B5EF4-FFF2-40B4-BE49-F238E27FC236}">
                <a16:creationId xmlns:a16="http://schemas.microsoft.com/office/drawing/2014/main" id="{6DE7C4E6-B355-2B8D-4E9B-C57219F332B5}"/>
              </a:ext>
            </a:extLst>
          </p:cNvPr>
          <p:cNvPicPr>
            <a:picLocks noChangeAspect="1"/>
          </p:cNvPicPr>
          <p:nvPr/>
        </p:nvPicPr>
        <p:blipFill>
          <a:blip r:embed="rId2"/>
          <a:stretch>
            <a:fillRect/>
          </a:stretch>
        </p:blipFill>
        <p:spPr>
          <a:xfrm>
            <a:off x="5125020" y="478622"/>
            <a:ext cx="6378766" cy="5848502"/>
          </a:xfrm>
          <a:prstGeom prst="rect">
            <a:avLst/>
          </a:prstGeom>
        </p:spPr>
      </p:pic>
    </p:spTree>
    <p:extLst>
      <p:ext uri="{BB962C8B-B14F-4D97-AF65-F5344CB8AC3E}">
        <p14:creationId xmlns:p14="http://schemas.microsoft.com/office/powerpoint/2010/main" val="15297069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9C44B0-36B5-F8D0-E572-30F32EF43B12}"/>
            </a:ext>
          </a:extLst>
        </p:cNvPr>
        <p:cNvGrpSpPr/>
        <p:nvPr/>
      </p:nvGrpSpPr>
      <p:grpSpPr>
        <a:xfrm>
          <a:off x="0" y="0"/>
          <a:ext cx="0" cy="0"/>
          <a:chOff x="0" y="0"/>
          <a:chExt cx="0" cy="0"/>
        </a:xfrm>
      </p:grpSpPr>
      <p:sp useBgFill="1">
        <p:nvSpPr>
          <p:cNvPr id="16" name="Rectangle 8">
            <a:extLst>
              <a:ext uri="{FF2B5EF4-FFF2-40B4-BE49-F238E27FC236}">
                <a16:creationId xmlns:a16="http://schemas.microsoft.com/office/drawing/2014/main" id="{CBA5F09E-98E8-8EAA-B110-788DDA70F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0">
            <a:extLst>
              <a:ext uri="{FF2B5EF4-FFF2-40B4-BE49-F238E27FC236}">
                <a16:creationId xmlns:a16="http://schemas.microsoft.com/office/drawing/2014/main" id="{EE91F259-B049-A5C6-C288-95E4526632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2"/>
            <a:ext cx="12192000" cy="685734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2">
            <a:extLst>
              <a:ext uri="{FF2B5EF4-FFF2-40B4-BE49-F238E27FC236}">
                <a16:creationId xmlns:a16="http://schemas.microsoft.com/office/drawing/2014/main" id="{7FC6C234-8D4F-C647-19CB-1878369A9B6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418764" y="0"/>
            <a:ext cx="815637" cy="685734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EA75C0C-2251-80B5-E9C4-DC2D89E05C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a:endCxn id="15" idx="2"/>
          </p:cNvCxnSpPr>
          <p:nvPr>
            <p:extLst>
              <p:ext uri="{386F3935-93C4-4BCD-93E2-E3B085C9AB24}">
                <p16:designElem xmlns:p16="http://schemas.microsoft.com/office/powerpoint/2015/main" val="1"/>
              </p:ext>
            </p:extLst>
          </p:nvPr>
        </p:nvCxnSpPr>
        <p:spPr>
          <a:xfrm>
            <a:off x="0" y="5468380"/>
            <a:ext cx="6096000" cy="138961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1028" name="Picture 4" descr="Brain outline vector illustration 20 | Premium AI-generated vector">
            <a:extLst>
              <a:ext uri="{FF2B5EF4-FFF2-40B4-BE49-F238E27FC236}">
                <a16:creationId xmlns:a16="http://schemas.microsoft.com/office/drawing/2014/main" id="{6E258C2B-BDB3-A42E-141A-1584691939B8}"/>
              </a:ext>
            </a:extLst>
          </p:cNvPr>
          <p:cNvPicPr>
            <a:picLocks noChangeAspect="1" noChangeArrowheads="1"/>
          </p:cNvPicPr>
          <p:nvPr/>
        </p:nvPicPr>
        <p:blipFill>
          <a:blip r:embed="rId2">
            <a:alphaModFix amt="9000"/>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p:spPr>
      </p:pic>
      <p:sp>
        <p:nvSpPr>
          <p:cNvPr id="2" name="תיבת טקסט 1">
            <a:extLst>
              <a:ext uri="{FF2B5EF4-FFF2-40B4-BE49-F238E27FC236}">
                <a16:creationId xmlns:a16="http://schemas.microsoft.com/office/drawing/2014/main" id="{80510660-25E0-1BFD-1947-97458CBED908}"/>
              </a:ext>
            </a:extLst>
          </p:cNvPr>
          <p:cNvSpPr txBox="1"/>
          <p:nvPr/>
        </p:nvSpPr>
        <p:spPr>
          <a:xfrm>
            <a:off x="3304222" y="3043953"/>
            <a:ext cx="5613006" cy="769441"/>
          </a:xfrm>
          <a:prstGeom prst="rect">
            <a:avLst/>
          </a:prstGeom>
          <a:noFill/>
        </p:spPr>
        <p:txBody>
          <a:bodyPr wrap="square" rtlCol="1">
            <a:spAutoFit/>
          </a:bodyPr>
          <a:lstStyle/>
          <a:p>
            <a:pPr algn="l"/>
            <a:r>
              <a:rPr lang="en-US" sz="4400" b="1" dirty="0">
                <a:solidFill>
                  <a:schemeClr val="accent2">
                    <a:lumMod val="75000"/>
                  </a:schemeClr>
                </a:solidFill>
                <a:latin typeface="+mj-lt"/>
              </a:rPr>
              <a:t>Thanks for watching</a:t>
            </a:r>
            <a:endParaRPr lang="he-IL" sz="4400" b="1" dirty="0">
              <a:solidFill>
                <a:schemeClr val="accent2">
                  <a:lumMod val="75000"/>
                </a:schemeClr>
              </a:solidFill>
              <a:latin typeface="+mj-lt"/>
            </a:endParaRPr>
          </a:p>
        </p:txBody>
      </p:sp>
    </p:spTree>
    <p:extLst>
      <p:ext uri="{BB962C8B-B14F-4D97-AF65-F5344CB8AC3E}">
        <p14:creationId xmlns:p14="http://schemas.microsoft.com/office/powerpoint/2010/main" val="4181116045"/>
      </p:ext>
    </p:extLst>
  </p:cSld>
  <p:clrMapOvr>
    <a:masterClrMapping/>
  </p:clrMapOvr>
</p:sld>
</file>

<file path=ppt/theme/theme1.xml><?xml version="1.0" encoding="utf-8"?>
<a:theme xmlns:a="http://schemas.openxmlformats.org/drawingml/2006/main" name="AngleLinesVTI">
  <a:themeElements>
    <a:clrScheme name="Custom 34">
      <a:dk1>
        <a:sysClr val="windowText" lastClr="000000"/>
      </a:dk1>
      <a:lt1>
        <a:sysClr val="window" lastClr="FFFFFF"/>
      </a:lt1>
      <a:dk2>
        <a:srgbClr val="001E2E"/>
      </a:dk2>
      <a:lt2>
        <a:srgbClr val="F0ECEC"/>
      </a:lt2>
      <a:accent1>
        <a:srgbClr val="155767"/>
      </a:accent1>
      <a:accent2>
        <a:srgbClr val="BA9CA0"/>
      </a:accent2>
      <a:accent3>
        <a:srgbClr val="A57931"/>
      </a:accent3>
      <a:accent4>
        <a:srgbClr val="0E577C"/>
      </a:accent4>
      <a:accent5>
        <a:srgbClr val="CC846E"/>
      </a:accent5>
      <a:accent6>
        <a:srgbClr val="93767A"/>
      </a:accent6>
      <a:hlink>
        <a:srgbClr val="0563C1"/>
      </a:hlink>
      <a:folHlink>
        <a:srgbClr val="954F72"/>
      </a:folHlink>
    </a:clrScheme>
    <a:fontScheme name="Walbaum Light Univers Light">
      <a:majorFont>
        <a:latin typeface="Hadassah Friedlaender"/>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gleLinesVTI" id="{BC1FC193-C72F-4761-9899-1105EDF6BAE8}" vid="{64612625-F022-44B7-B9FA-9D26DEDBDC21}"/>
    </a:ext>
  </a:extLst>
</a:theme>
</file>

<file path=docProps/app.xml><?xml version="1.0" encoding="utf-8"?>
<Properties xmlns="http://schemas.openxmlformats.org/officeDocument/2006/extended-properties" xmlns:vt="http://schemas.openxmlformats.org/officeDocument/2006/docPropsVTypes">
  <TotalTime>12239</TotalTime>
  <Words>997</Words>
  <Application>Microsoft Office PowerPoint</Application>
  <PresentationFormat>מסך רחב</PresentationFormat>
  <Paragraphs>48</Paragraphs>
  <Slides>25</Slides>
  <Notes>0</Notes>
  <HiddenSlides>0</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25</vt:i4>
      </vt:variant>
    </vt:vector>
  </HeadingPairs>
  <TitlesOfParts>
    <vt:vector size="29" baseType="lpstr">
      <vt:lpstr>Arial</vt:lpstr>
      <vt:lpstr>Calibri</vt:lpstr>
      <vt:lpstr>Hadassah Friedlaender</vt:lpstr>
      <vt:lpstr>AngleLinesVTI</vt:lpstr>
      <vt:lpstr>   Brain Tumor Stage-Based Recurrence Patterns</vt:lpstr>
      <vt:lpstr>מצגת של PowerPoint‏</vt:lpstr>
      <vt:lpstr>Main ()  </vt:lpstr>
      <vt:lpstr>Clean data</vt:lpstr>
      <vt:lpstr>Clean data  Test</vt:lpstr>
      <vt:lpstr>The Core Questions</vt:lpstr>
      <vt:lpstr>P value</vt:lpstr>
      <vt:lpstr>1. Can we predict the chances of a tumor recurrence based on data parameters?  Results </vt:lpstr>
      <vt:lpstr>1. Can we predict the chances of a tumor recurrence based on data parameters?  Final code </vt:lpstr>
      <vt:lpstr>1. Can we predict the chances of a tumor recurrence based on data parameters?  Final code – GUI graphic design </vt:lpstr>
      <vt:lpstr>1. Can we predict the chances of a tumor recurrence based on data parameters?  Tests </vt:lpstr>
      <vt:lpstr>2. Is there a correlation between the survival time and the age of the patient (at the time of diagnosis)?  Results </vt:lpstr>
      <vt:lpstr>2. Is there a correlation between the survival time and the age of the patient (at the time of diagnosis)?  Final code </vt:lpstr>
      <vt:lpstr>2. Is there a correlation between the survival time and the age of the patient (at the time of diagnosis)?  Tests </vt:lpstr>
      <vt:lpstr>3. Is there a connection between the survival time and the patient's gender?  Results</vt:lpstr>
      <vt:lpstr>3. Is there a connection between the survival time and the patient's gender?  Final code</vt:lpstr>
      <vt:lpstr>3. Is there a connection between the survival time and the patient's gender?  Tests</vt:lpstr>
      <vt:lpstr>4. Can we predict the treatment outcome based on the chosen treatment?  Results</vt:lpstr>
      <vt:lpstr>4. Can we predict the treatment outcome based on the chosen treatment?  Results</vt:lpstr>
      <vt:lpstr>4. Can we predict the treatment outcome based on the chosen treatment?  Final code</vt:lpstr>
      <vt:lpstr>4. Can we predict the treatment outcome based on the chosen treatment?  Tests</vt:lpstr>
      <vt:lpstr>5. Can tumor type predict the tumor grade at initial diagnosis?  Results</vt:lpstr>
      <vt:lpstr>5. Can tumor type predict the tumor grade at initial diagnosis?  Final code</vt:lpstr>
      <vt:lpstr>5. Can tumor type predict the tumor grade at initial diagnosis?  Tests</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miri chavay</dc:creator>
  <cp:lastModifiedBy>miri chavay</cp:lastModifiedBy>
  <cp:revision>1</cp:revision>
  <dcterms:created xsi:type="dcterms:W3CDTF">2026-01-01T14:53:41Z</dcterms:created>
  <dcterms:modified xsi:type="dcterms:W3CDTF">2026-01-19T11:24:13Z</dcterms:modified>
</cp:coreProperties>
</file>